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b50b5364d34c4488" /><ns0:Relationship Type="http://schemas.openxmlformats.org/officeDocument/2006/relationships/extended-properties" Target="/docProps/app.xml" Id="Rccde57d81a1b4209" /><ns0:Relationship Type="http://schemas.openxmlformats.org/officeDocument/2006/relationships/officeDocument" Target="/ppt/presentation.xml" Id="Rf477591cb4a746f4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1c4438522db74e0e"/>
  </p:sldMasterIdLst>
  <p:sldIdLst>
    <p:sldId id="256" r:id="rIdNewSlide1"/>
    <p:sldId id="257" r:id="rIdNewSlide2"/>
    <p:sldId id="258" r:id="rIdNewSlide3"/>
    <p:sldId id="259" r:id="rIdNewSlide4"/>
    <p:sldId id="260" r:id="rIdNewSlide5"/>
    <p:sldId id="261" r:id="rIdNewSlide6"/>
    <p:sldId id="262" r:id="rIdNewSlide7"/>
    <p:sldId id="263" r:id="rIdNewSlide8"/>
    <p:sldId id="264" r:id="rIdNewSlide9"/>
    <p:sldId id="265" r:id="rIdNewSlide10"/>
    <p:sldId id="266" r:id="rIdNewSlide11"/>
    <p:sldId id="267" r:id="rIdNewSlide12"/>
    <p:sldId id="268" r:id="rIdNewSlide13"/>
    <p:sldId id="269" r:id="rIdNewSlide14"/>
    <p:sldId id="270" r:id="rIdNewSlide15"/>
    <p:sldId id="271" r:id="rIdNewSlide16"/>
    <p:sldId id="272" r:id="rIdNewSlide17"/>
    <p:sldId id="273" r:id="rIdNewSlide18"/>
    <p:sldId id="274" r:id="rIdNewSlide19"/>
    <p:sldId id="275" r:id="rIdNewSlide20"/>
    <p:sldId id="276" r:id="rIdNewSlide21"/>
    <p:sldId id="277" r:id="rIdNewSlide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c53fe11dfa3a429a" /><ns0:Relationship Type="http://schemas.openxmlformats.org/officeDocument/2006/relationships/slideMaster" Target="/ppt/slideMasters/slideMaster1.xml" Id="R1c4438522db74e0e" /><ns0:Relationship Type="http://schemas.openxmlformats.org/officeDocument/2006/relationships/presProps" Target="/ppt/presProps.xml" Id="Rc77a40bbb09b4c4d" /><ns0:Relationship Type="http://schemas.openxmlformats.org/officeDocument/2006/relationships/tableStyles" Target="/ppt/tableStyles.xml" Id="Rbe9c36511a374bdb" /><ns0:Relationship Id="rIdNewSlide1" Type="http://schemas.openxmlformats.org/officeDocument/2006/relationships/slide" Target="/ppt/slides/slide1.xml" /><ns0:Relationship Id="rIdNewSlide2" Type="http://schemas.openxmlformats.org/officeDocument/2006/relationships/slide" Target="/ppt/slides/slide2.xml" /><ns0:Relationship Id="rIdNewSlide3" Type="http://schemas.openxmlformats.org/officeDocument/2006/relationships/slide" Target="/ppt/slides/slide3.xml" /><ns0:Relationship Id="rIdNewSlide4" Type="http://schemas.openxmlformats.org/officeDocument/2006/relationships/slide" Target="/ppt/slides/slide4.xml" /><ns0:Relationship Id="rIdNewSlide5" Type="http://schemas.openxmlformats.org/officeDocument/2006/relationships/slide" Target="/ppt/slides/slide5.xml" /><ns0:Relationship Id="rIdNewSlide6" Type="http://schemas.openxmlformats.org/officeDocument/2006/relationships/slide" Target="/ppt/slides/slide6.xml" /><ns0:Relationship Id="rIdNewSlide7" Type="http://schemas.openxmlformats.org/officeDocument/2006/relationships/slide" Target="/ppt/slides/slide7.xml" /><ns0:Relationship Id="rIdNewSlide8" Type="http://schemas.openxmlformats.org/officeDocument/2006/relationships/slide" Target="/ppt/slides/slide8.xml" /><ns0:Relationship Id="rIdNewSlide9" Type="http://schemas.openxmlformats.org/officeDocument/2006/relationships/slide" Target="/ppt/slides/slide9.xml" /><ns0:Relationship Id="rIdNewSlide10" Type="http://schemas.openxmlformats.org/officeDocument/2006/relationships/slide" Target="/ppt/slides/slide10.xml" /><ns0:Relationship Id="rIdNewSlide11" Type="http://schemas.openxmlformats.org/officeDocument/2006/relationships/slide" Target="/ppt/slides/slide11.xml" /><ns0:Relationship Id="rIdNewSlide12" Type="http://schemas.openxmlformats.org/officeDocument/2006/relationships/slide" Target="/ppt/slides/slide12.xml" /><ns0:Relationship Id="rIdNewSlide13" Type="http://schemas.openxmlformats.org/officeDocument/2006/relationships/slide" Target="/ppt/slides/slide13.xml" /><ns0:Relationship Id="rIdNewSlide14" Type="http://schemas.openxmlformats.org/officeDocument/2006/relationships/slide" Target="/ppt/slides/slide14.xml" /><ns0:Relationship Id="rIdNewSlide15" Type="http://schemas.openxmlformats.org/officeDocument/2006/relationships/slide" Target="/ppt/slides/slide15.xml" /><ns0:Relationship Id="rIdNewSlide16" Type="http://schemas.openxmlformats.org/officeDocument/2006/relationships/slide" Target="/ppt/slides/slide16.xml" /><ns0:Relationship Id="rIdNewSlide17" Type="http://schemas.openxmlformats.org/officeDocument/2006/relationships/slide" Target="/ppt/slides/slide17.xml" /><ns0:Relationship Id="rIdNewSlide18" Type="http://schemas.openxmlformats.org/officeDocument/2006/relationships/slide" Target="/ppt/slides/slide18.xml" /><ns0:Relationship Id="rIdNewSlide19" Type="http://schemas.openxmlformats.org/officeDocument/2006/relationships/slide" Target="/ppt/slides/slide19.xml" /><ns0:Relationship Id="rIdNewSlide20" Type="http://schemas.openxmlformats.org/officeDocument/2006/relationships/slide" Target="/ppt/slides/slide20.xml" /><ns0:Relationship Id="rIdNewSlide21" Type="http://schemas.openxmlformats.org/officeDocument/2006/relationships/slide" Target="/ppt/slides/slide21.xml" /><ns0:Relationship Id="rIdNewSlide22" Type="http://schemas.openxmlformats.org/officeDocument/2006/relationships/slide" Target="/ppt/slides/slide22.xml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4cd78cd0041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4b5971bb2c4bf4" /><Relationship Type="http://schemas.openxmlformats.org/officeDocument/2006/relationships/slideLayout" Target="/ppt/slideLayouts/slideLayout1.xml" Id="R77eadba4b3cc4d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eadba4b3cc4d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e956d56f1bd43d5" /><ns0:Relationship Type="http://schemas.openxmlformats.org/officeDocument/2006/relationships/image" Target="/ppt/media/image.png" Id="R2724cc827a914f41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6f548a35ce144fc" /><ns0:Relationship Type="http://schemas.openxmlformats.org/officeDocument/2006/relationships/image" Target="/ppt/media/image4.png" Id="R0f56799e1c684cfa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128d4a093144642" /><ns0:Relationship Type="http://schemas.openxmlformats.org/officeDocument/2006/relationships/image" Target="/ppt/media/image5.png" Id="R0d9eb2f5925e48fa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6f548a35ce144fc" /><ns0:Relationship Type="http://schemas.openxmlformats.org/officeDocument/2006/relationships/image" Target="/ppt/media/image4.png" Id="R0f56799e1c684cfa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b0d1812acfd40e5" /><ns0:Relationship Type="http://schemas.openxmlformats.org/officeDocument/2006/relationships/image" Target="/ppt/media/image8.png" Id="R20747ec99c03452f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b0d1812acfd40e5" /><ns0:Relationship Type="http://schemas.openxmlformats.org/officeDocument/2006/relationships/image" Target="/ppt/media/image8.png" Id="R20747ec99c03452f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6f548a35ce144fc" /><ns0:Relationship Type="http://schemas.openxmlformats.org/officeDocument/2006/relationships/image" Target="/ppt/media/image4.png" Id="R0f56799e1c684cfa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1e7c9ceaf764cc8" /><ns0:Relationship Type="http://schemas.openxmlformats.org/officeDocument/2006/relationships/image" Target="/ppt/media/image9.png" Id="R25dbf09df53e4f32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fb4d0666b0b4b6a" /><ns0:Relationship Type="http://schemas.openxmlformats.org/officeDocument/2006/relationships/image" Target="/ppt/media/image10.png" Id="Raa78bd57c98a4bb8" /><ns0:Relationship Type="http://schemas.openxmlformats.org/officeDocument/2006/relationships/image" Target="/ppt/media/image11.png" Id="Rd982833d03914b9a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b0d1812acfd40e5" /><ns0:Relationship Type="http://schemas.openxmlformats.org/officeDocument/2006/relationships/image" Target="/ppt/media/image8.png" Id="R20747ec99c03452f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6f548a35ce144fc" /><ns0:Relationship Type="http://schemas.openxmlformats.org/officeDocument/2006/relationships/image" Target="/ppt/media/image4.png" Id="R0f56799e1c684cfa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6f548a35ce144fc" /><ns0:Relationship Type="http://schemas.openxmlformats.org/officeDocument/2006/relationships/image" Target="/ppt/media/image4.png" Id="R0f56799e1c684cfa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23197d550824421" /><ns0:Relationship Type="http://schemas.openxmlformats.org/officeDocument/2006/relationships/image" Target="/ppt/media/image15.png" Id="R88b8c5d5fc304c57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6f548a35ce144fc" /><ns0:Relationship Type="http://schemas.openxmlformats.org/officeDocument/2006/relationships/image" Target="/ppt/media/image4.png" Id="R0f56799e1c684cfa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23197d550824421" /><ns0:Relationship Type="http://schemas.openxmlformats.org/officeDocument/2006/relationships/image" Target="/ppt/media/image15.png" Id="R88b8c5d5fc304c57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d88457852864cf6" /><ns0:Relationship Type="http://schemas.openxmlformats.org/officeDocument/2006/relationships/image" Target="/ppt/media/image17.png" Id="Rb877fde035a245da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dfa0fa90e3e4fc1" /><ns0:Relationship Type="http://schemas.openxmlformats.org/officeDocument/2006/relationships/image" Target="/ppt/media/image18.png" Id="Rb68c8e60328b4a75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1e7c9ceaf764cc8" /><ns0:Relationship Type="http://schemas.openxmlformats.org/officeDocument/2006/relationships/image" Target="/ppt/media/image9.png" Id="R25dbf09df53e4f32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6f548a35ce144fc" /><ns0:Relationship Type="http://schemas.openxmlformats.org/officeDocument/2006/relationships/image" Target="/ppt/media/image4.png" Id="R0f56799e1c684cfa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6f548a35ce144fc" /><ns0:Relationship Type="http://schemas.openxmlformats.org/officeDocument/2006/relationships/image" Target="/ppt/media/image4.png" Id="R0f56799e1c684cfa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6f548a35ce144fc" /><ns0:Relationship Type="http://schemas.openxmlformats.org/officeDocument/2006/relationships/image" Target="/ppt/media/image4.png" Id="R0f56799e1c684cfa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1e7c9ceaf764cc8" /><ns0:Relationship Type="http://schemas.openxmlformats.org/officeDocument/2006/relationships/image" Target="/ppt/media/image9.png" Id="R25dbf09df53e4f32" /></ns0:Relationships>
</file>

<file path=ppt/slides/slide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/>
          <p:cNvPicPr>
            <a:picLocks noChangeAspect="1"/>
          </p:cNvPicPr>
          <p:nvPr/>
        </p:nvPicPr>
        <p:blipFill>
          <a:blip r:embed="R2724cc827a914f41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05AC3CA6-8AC5-4EB6-8728-2FE1A03F56D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RideShare: vendimet para kodit</a:t>
            </a:r>
          </a:p>
        </p:txBody>
      </p:sp>
      <p:sp>
        <p:nvSpPr>
          <p:cNvPr id="3" name="">
            <a:extLst>
              <a:ext uri="{FF2B5EF4-FFF2-40B4-BE49-F238E27FC236}">
                <ns3:creationId id="{5A30495F-9F8D-45E8-9FA9-269B48472A05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953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Një ide merr kuptim</a:t>
            </a:r>
          </a:p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kur zgjidh një problem.</a:t>
            </a:r>
          </a:p>
        </p:txBody>
      </p:sp>
      <p:sp>
        <p:nvSpPr>
          <p:cNvPr id="4" name="">
            <a:extLst>
              <a:ext uri="{FF2B5EF4-FFF2-40B4-BE49-F238E27FC236}">
                <ns3:creationId id="{01C5255C-5F7C-4441-BE52-F33031298FA4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Ligjërata 2, 24 shtator 2026</a:t>
            </a:r>
          </a:p>
        </p:txBody>
      </p:sp>
      <p:sp>
        <p:nvSpPr>
          <p:cNvPr id="5" name="">
            <a:extLst>
              <a:ext uri="{FF2B5EF4-FFF2-40B4-BE49-F238E27FC236}">
                <ns3:creationId id="{46498A31-8AAD-4274-8F24-2C702005E6A9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Programimi për Pajisje Mobile</a:t>
            </a:r>
          </a:p>
        </p:txBody>
      </p:sp>
      <p:sp>
        <p:nvSpPr>
          <p:cNvPr id="6" name="">
            <a:extLst>
              <a:ext uri="{FF2B5EF4-FFF2-40B4-BE49-F238E27FC236}">
                <ns3:creationId id="{FE006F6C-AD6D-44CD-B91B-68167564C94D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ns4:creationId val="1763477734"/>
      </p:ext>
    </p:extLst>
  </p:cSld>
</p:sld>
</file>

<file path=ppt/slides/slide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0f56799e1c684cfa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94AD89B-E6B9-4DE9-BB0F-CB52A2C081F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do të kuptojmë sot?</a:t>
            </a:r>
          </a:p>
        </p:txBody>
      </p:sp>
      <p:sp>
        <p:nvSpPr>
          <p:cNvPr id="3" name="">
            <a:extLst>
              <a:ext uri="{FF2B5EF4-FFF2-40B4-BE49-F238E27FC236}">
                <ns3:creationId id="{D089DE3A-310E-4637-B941-BF4816283FE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Si e dallojmë problemin nga zgjidhja.</a:t>
            </a:r>
          </a:p>
        </p:txBody>
      </p:sp>
      <p:sp>
        <p:nvSpPr>
          <p:cNvPr id="4" name="">
            <a:extLst>
              <a:ext uri="{FF2B5EF4-FFF2-40B4-BE49-F238E27FC236}">
                <ns3:creationId id="{11ABF60B-8AC3-4F2F-9FFA-EFB503F67EC9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Si e arsyetojmë një vendim në ekran.</a:t>
            </a:r>
          </a:p>
        </p:txBody>
      </p:sp>
      <p:sp>
        <p:nvSpPr>
          <p:cNvPr id="5" name="">
            <a:extLst>
              <a:ext uri="{FF2B5EF4-FFF2-40B4-BE49-F238E27FC236}">
                <ns3:creationId id="{F46DB618-357D-4FD1-8C0A-CD7FEBCCBFD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Si e shprehim sjelljen si kërkesë të provueshme.</a:t>
            </a:r>
          </a:p>
        </p:txBody>
      </p:sp>
      <p:sp>
        <p:nvSpPr>
          <p:cNvPr id="6" name="">
            <a:extLst>
              <a:ext uri="{FF2B5EF4-FFF2-40B4-BE49-F238E27FC236}">
                <ns3:creationId id="{15B7F713-31DE-4D4F-B18D-67FF3892E2E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Si e caktojmë kufirin e MVP-së.</a:t>
            </a:r>
          </a:p>
        </p:txBody>
      </p:sp>
      <p:sp>
        <p:nvSpPr>
          <p:cNvPr id="7" name="">
            <a:extLst>
              <a:ext uri="{FF2B5EF4-FFF2-40B4-BE49-F238E27FC236}">
                <ns3:creationId id="{E3EA9BC7-4D69-468C-AC21-7CBBD99A33E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ns4:creationId val="943080770"/>
      </p:ext>
    </p:extLst>
  </p:cSld>
</p:sld>
</file>

<file path=ppt/slides/slide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0d9eb2f5925e48fa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FE88BB9E-225C-45CE-A582-C94903DA7116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Arta dhe Dreni nuk e gjejnë njëri-tjetrin</a:t>
            </a:r>
          </a:p>
        </p:txBody>
      </p:sp>
      <p:sp>
        <p:nvSpPr>
          <p:cNvPr id="3" name="">
            <a:extLst>
              <a:ext uri="{FF2B5EF4-FFF2-40B4-BE49-F238E27FC236}">
                <ns3:creationId id="{22A70B72-031B-485D-BAE2-EDEB944315EC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953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“Kush niset për AAB</a:t>
            </a:r>
          </a:p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nesër në mëngjes?”</a:t>
            </a:r>
          </a:p>
        </p:txBody>
      </p:sp>
      <p:sp>
        <p:nvSpPr>
          <p:cNvPr id="4" name="">
            <a:extLst>
              <a:ext uri="{FF2B5EF4-FFF2-40B4-BE49-F238E27FC236}">
                <ns3:creationId id="{A1F8E592-6DA8-450B-8684-968E49A81E07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Arta pyet në disa biseda dhe pret përgjigje.</a:t>
            </a:r>
          </a:p>
        </p:txBody>
      </p:sp>
      <p:sp>
        <p:nvSpPr>
          <p:cNvPr id="5" name="">
            <a:extLst>
              <a:ext uri="{FF2B5EF4-FFF2-40B4-BE49-F238E27FC236}">
                <ns3:creationId id="{7A5C1985-D453-48D7-92AF-0BC79C1CB86C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Dreni niset në të njëjtën orë me dy vende të lira.</a:t>
            </a:r>
          </a:p>
        </p:txBody>
      </p:sp>
      <p:sp>
        <p:nvSpPr>
          <p:cNvPr id="6" name="">
            <a:extLst>
              <a:ext uri="{FF2B5EF4-FFF2-40B4-BE49-F238E27FC236}">
                <ns3:creationId id="{0C6B45D6-62F1-4E9C-B9FA-163BBFE143A2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Skenar i sajuar për diskutim.</a:t>
            </a:r>
          </a:p>
        </p:txBody>
      </p:sp>
      <p:sp>
        <p:nvSpPr>
          <p:cNvPr id="7" name="">
            <a:extLst>
              <a:ext uri="{FF2B5EF4-FFF2-40B4-BE49-F238E27FC236}">
                <ns3:creationId id="{5EFB4FE4-F6BA-4CC8-8CFC-45D3C816780C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ns4:creationId val="1898198861"/>
      </p:ext>
    </p:extLst>
  </p:cSld>
</p:sld>
</file>

<file path=ppt/slides/slide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0f56799e1c684cfa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94AD89B-E6B9-4DE9-BB0F-CB52A2C081F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Problemi që duam të zgjidhim</a:t>
            </a:r>
          </a:p>
        </p:txBody>
      </p:sp>
      <p:sp>
        <p:nvSpPr>
          <p:cNvPr id="3" name="">
            <a:extLst>
              <a:ext uri="{FF2B5EF4-FFF2-40B4-BE49-F238E27FC236}">
                <ns3:creationId id="{D089DE3A-310E-4637-B941-BF4816283FE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Arta nuk di kush udhëton në orën që i duhet.</a:t>
            </a:r>
          </a:p>
        </p:txBody>
      </p:sp>
      <p:sp>
        <p:nvSpPr>
          <p:cNvPr id="4" name="">
            <a:extLst>
              <a:ext uri="{FF2B5EF4-FFF2-40B4-BE49-F238E27FC236}">
                <ns3:creationId id="{11ABF60B-8AC3-4F2F-9FFA-EFB503F67EC9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Informacioni është i shpërndarë në biseda.</a:t>
            </a:r>
          </a:p>
        </p:txBody>
      </p:sp>
      <p:sp>
        <p:nvSpPr>
          <p:cNvPr id="5" name="">
            <a:extLst>
              <a:ext uri="{FF2B5EF4-FFF2-40B4-BE49-F238E27FC236}">
                <ns3:creationId id="{F46DB618-357D-4FD1-8C0A-CD7FEBCCBFD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Dreni nuk di kush ka nevojë për vendet e lira.</a:t>
            </a:r>
          </a:p>
        </p:txBody>
      </p:sp>
      <p:sp>
        <p:nvSpPr>
          <p:cNvPr id="6" name="">
            <a:extLst>
              <a:ext uri="{FF2B5EF4-FFF2-40B4-BE49-F238E27FC236}">
                <ns3:creationId id="{15B7F713-31DE-4D4F-B18D-67FF3892E2E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RideShare mund t’i lidhë këta dy përdorues.</a:t>
            </a:r>
          </a:p>
        </p:txBody>
      </p:sp>
      <p:sp>
        <p:nvSpPr>
          <p:cNvPr id="7" name="">
            <a:extLst>
              <a:ext uri="{FF2B5EF4-FFF2-40B4-BE49-F238E27FC236}">
                <ns3:creationId id="{E3EA9BC7-4D69-468C-AC21-7CBBD99A33E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ns4:creationId val="943080770"/>
      </p:ext>
    </p:extLst>
  </p:cSld>
</p:sld>
</file>

<file path=ppt/slides/slide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20747ec99c03452f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92BD4B6C-03D3-40D1-8AB1-542363549DE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dimë dhe çfarë po supozojmë?</a:t>
            </a:r>
          </a:p>
        </p:txBody>
      </p:sp>
      <p:sp>
        <p:nvSpPr>
          <p:cNvPr id="3" name="">
            <a:extLst>
              <a:ext uri="{FF2B5EF4-FFF2-40B4-BE49-F238E27FC236}">
                <ns3:creationId id="{5115C916-BCA8-44D9-B8FC-3AB41486FD6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Në skenarin tonë</a:t>
            </a:r>
          </a:p>
        </p:txBody>
      </p:sp>
      <p:sp>
        <p:nvSpPr>
          <p:cNvPr id="4" name="">
            <a:extLst>
              <a:ext uri="{FF2B5EF4-FFF2-40B4-BE49-F238E27FC236}">
                <ns3:creationId id="{3E046318-D35F-405F-8EC2-1B5CB818590B}"/>
              </a:ext>
            </a:extLst>
          </p:cNvPr>
          <p:cNvSpPr>
            <a:spLocks noGrp="1"/>
          </p:cNvSpPr>
          <p:nvPr/>
        </p:nvSpPr>
        <p:spPr>
          <a:xfrm>
            <a:off x="609600" y="28098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Arta kërkon udhëtim.</a:t>
            </a:r>
          </a:p>
        </p:txBody>
      </p:sp>
      <p:sp>
        <p:nvSpPr>
          <p:cNvPr id="5" name="">
            <a:extLst>
              <a:ext uri="{FF2B5EF4-FFF2-40B4-BE49-F238E27FC236}">
                <ns3:creationId id="{C3187A4F-EFA0-4917-A494-F99CC144E65B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Dreni ka dy vende.</a:t>
            </a:r>
          </a:p>
        </p:txBody>
      </p:sp>
      <p:sp>
        <p:nvSpPr>
          <p:cNvPr id="6" name="">
            <a:extLst>
              <a:ext uri="{FF2B5EF4-FFF2-40B4-BE49-F238E27FC236}">
                <ns3:creationId id="{2DE9A50B-D8A9-42C5-899C-D4BF4BF20DC5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Të dy shkojnë në AAB.</a:t>
            </a:r>
          </a:p>
        </p:txBody>
      </p:sp>
      <p:sp>
        <p:nvSpPr>
          <p:cNvPr id="7" name="">
            <a:extLst>
              <a:ext uri="{FF2B5EF4-FFF2-40B4-BE49-F238E27FC236}">
                <ns3:creationId id="{12CB5D3B-6C1B-4B97-AF7A-4A6E1D599F67}"/>
              </a:ext>
            </a:extLst>
          </p:cNvPr>
          <p:cNvSpPr>
            <a:spLocks noGrp="1"/>
          </p:cNvSpPr>
          <p:nvPr/>
        </p:nvSpPr>
        <p:spPr>
          <a:xfrm>
            <a:off x="6267450" y="1952625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Për t’u verifikuar</a:t>
            </a:r>
          </a:p>
        </p:txBody>
      </p:sp>
      <p:sp>
        <p:nvSpPr>
          <p:cNvPr id="8" name="">
            <a:extLst>
              <a:ext uri="{FF2B5EF4-FFF2-40B4-BE49-F238E27FC236}">
                <ns3:creationId id="{C1718EB9-CF1B-4B89-BAEB-B32118D95C47}"/>
              </a:ext>
            </a:extLst>
          </p:cNvPr>
          <p:cNvSpPr>
            <a:spLocks noGrp="1"/>
          </p:cNvSpPr>
          <p:nvPr/>
        </p:nvSpPr>
        <p:spPr>
          <a:xfrm>
            <a:off x="6267450" y="28098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A duan të udhëtojnë bashkë?</a:t>
            </a:r>
          </a:p>
        </p:txBody>
      </p:sp>
      <p:sp>
        <p:nvSpPr>
          <p:cNvPr id="9" name="">
            <a:extLst>
              <a:ext uri="{FF2B5EF4-FFF2-40B4-BE49-F238E27FC236}">
                <ns3:creationId id="{0E89735C-5161-4CA7-96A8-2158E44EB0DB}"/>
              </a:ext>
            </a:extLst>
          </p:cNvPr>
          <p:cNvSpPr>
            <a:spLocks noGrp="1"/>
          </p:cNvSpPr>
          <p:nvPr/>
        </p:nvSpPr>
        <p:spPr>
          <a:xfrm>
            <a:off x="6267450" y="36861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A mjafton vendtakimi i shkruar?</a:t>
            </a:r>
          </a:p>
        </p:txBody>
      </p:sp>
      <p:sp>
        <p:nvSpPr>
          <p:cNvPr id="10" name="">
            <a:extLst>
              <a:ext uri="{FF2B5EF4-FFF2-40B4-BE49-F238E27FC236}">
                <ns3:creationId id="{D3CBB415-52FD-4F84-9F2B-3B5F25BA838A}"/>
              </a:ext>
            </a:extLst>
          </p:cNvPr>
          <p:cNvSpPr>
            <a:spLocks noGrp="1"/>
          </p:cNvSpPr>
          <p:nvPr/>
        </p:nvSpPr>
        <p:spPr>
          <a:xfrm>
            <a:off x="6267450" y="45624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A e përdorin këtë çdo javë?</a:t>
            </a:r>
          </a:p>
        </p:txBody>
      </p:sp>
      <p:sp>
        <p:nvSpPr>
          <p:cNvPr id="11" name="">
            <a:extLst>
              <a:ext uri="{FF2B5EF4-FFF2-40B4-BE49-F238E27FC236}">
                <ns3:creationId id="{9DA0F23B-1415-416D-88FA-C42DF9E53D05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ns4:creationId val="1926719317"/>
      </p:ext>
    </p:extLst>
  </p:cSld>
</p:sld>
</file>

<file path=ppt/slides/slide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20747ec99c03452f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92BD4B6C-03D3-40D1-8AB1-542363549DE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Dy role, qëllime të ndryshme</a:t>
            </a:r>
          </a:p>
        </p:txBody>
      </p:sp>
      <p:sp>
        <p:nvSpPr>
          <p:cNvPr id="3" name="">
            <a:extLst>
              <a:ext uri="{FF2B5EF4-FFF2-40B4-BE49-F238E27FC236}">
                <ns3:creationId id="{5115C916-BCA8-44D9-B8FC-3AB41486FD6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Arta, udhëtarja</a:t>
            </a:r>
          </a:p>
        </p:txBody>
      </p:sp>
      <p:sp>
        <p:nvSpPr>
          <p:cNvPr id="4" name="">
            <a:extLst>
              <a:ext uri="{FF2B5EF4-FFF2-40B4-BE49-F238E27FC236}">
                <ns3:creationId id="{3E046318-D35F-405F-8EC2-1B5CB818590B}"/>
              </a:ext>
            </a:extLst>
          </p:cNvPr>
          <p:cNvSpPr>
            <a:spLocks noGrp="1"/>
          </p:cNvSpPr>
          <p:nvPr/>
        </p:nvSpPr>
        <p:spPr>
          <a:xfrm>
            <a:off x="609600" y="28098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Gjen një udhëtim të përshtatshëm.</a:t>
            </a:r>
          </a:p>
        </p:txBody>
      </p:sp>
      <p:sp>
        <p:nvSpPr>
          <p:cNvPr id="5" name="">
            <a:extLst>
              <a:ext uri="{FF2B5EF4-FFF2-40B4-BE49-F238E27FC236}">
                <ns3:creationId id="{C3187A4F-EFA0-4917-A494-F99CC144E65B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Kërkon një vend.</a:t>
            </a:r>
          </a:p>
        </p:txBody>
      </p:sp>
      <p:sp>
        <p:nvSpPr>
          <p:cNvPr id="6" name="">
            <a:extLst>
              <a:ext uri="{FF2B5EF4-FFF2-40B4-BE49-F238E27FC236}">
                <ns3:creationId id="{2DE9A50B-D8A9-42C5-899C-D4BF4BF20DC5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Pret përgjigjen e shoferit.</a:t>
            </a:r>
          </a:p>
        </p:txBody>
      </p:sp>
      <p:sp>
        <p:nvSpPr>
          <p:cNvPr id="7" name="">
            <a:extLst>
              <a:ext uri="{FF2B5EF4-FFF2-40B4-BE49-F238E27FC236}">
                <ns3:creationId id="{12CB5D3B-6C1B-4B97-AF7A-4A6E1D599F67}"/>
              </a:ext>
            </a:extLst>
          </p:cNvPr>
          <p:cNvSpPr>
            <a:spLocks noGrp="1"/>
          </p:cNvSpPr>
          <p:nvPr/>
        </p:nvSpPr>
        <p:spPr>
          <a:xfrm>
            <a:off x="6267450" y="1952625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Dreni, shoferi</a:t>
            </a:r>
          </a:p>
        </p:txBody>
      </p:sp>
      <p:sp>
        <p:nvSpPr>
          <p:cNvPr id="8" name="">
            <a:extLst>
              <a:ext uri="{FF2B5EF4-FFF2-40B4-BE49-F238E27FC236}">
                <ns3:creationId id="{C1718EB9-CF1B-4B89-BAEB-B32118D95C47}"/>
              </a:ext>
            </a:extLst>
          </p:cNvPr>
          <p:cNvSpPr>
            <a:spLocks noGrp="1"/>
          </p:cNvSpPr>
          <p:nvPr/>
        </p:nvSpPr>
        <p:spPr>
          <a:xfrm>
            <a:off x="6267450" y="28098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Publikon nisjen dhe vendet.</a:t>
            </a:r>
          </a:p>
        </p:txBody>
      </p:sp>
      <p:sp>
        <p:nvSpPr>
          <p:cNvPr id="9" name="">
            <a:extLst>
              <a:ext uri="{FF2B5EF4-FFF2-40B4-BE49-F238E27FC236}">
                <ns3:creationId id="{0E89735C-5161-4CA7-96A8-2158E44EB0DB}"/>
              </a:ext>
            </a:extLst>
          </p:cNvPr>
          <p:cNvSpPr>
            <a:spLocks noGrp="1"/>
          </p:cNvSpPr>
          <p:nvPr/>
        </p:nvSpPr>
        <p:spPr>
          <a:xfrm>
            <a:off x="6267450" y="36861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Shqyrton kërkesën.</a:t>
            </a:r>
          </a:p>
        </p:txBody>
      </p:sp>
      <p:sp>
        <p:nvSpPr>
          <p:cNvPr id="10" name="">
            <a:extLst>
              <a:ext uri="{FF2B5EF4-FFF2-40B4-BE49-F238E27FC236}">
                <ns3:creationId id="{D3CBB415-52FD-4F84-9F2B-3B5F25BA838A}"/>
              </a:ext>
            </a:extLst>
          </p:cNvPr>
          <p:cNvSpPr>
            <a:spLocks noGrp="1"/>
          </p:cNvSpPr>
          <p:nvPr/>
        </p:nvSpPr>
        <p:spPr>
          <a:xfrm>
            <a:off x="6267450" y="45624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Konfirmon ose refuzon.</a:t>
            </a:r>
          </a:p>
        </p:txBody>
      </p:sp>
      <p:sp>
        <p:nvSpPr>
          <p:cNvPr id="11" name="">
            <a:extLst>
              <a:ext uri="{FF2B5EF4-FFF2-40B4-BE49-F238E27FC236}">
                <ns3:creationId id="{9DA0F23B-1415-416D-88FA-C42DF9E53D05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ns4:creationId val="1926719317"/>
      </p:ext>
    </p:extLst>
  </p:cSld>
</p:sld>
</file>

<file path=ppt/slides/slide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0f56799e1c684cfa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94AD89B-E6B9-4DE9-BB0F-CB52A2C081F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Rezultati që ka vlerë për përdoruesin</a:t>
            </a:r>
          </a:p>
        </p:txBody>
      </p:sp>
      <p:sp>
        <p:nvSpPr>
          <p:cNvPr id="3" name="">
            <a:extLst>
              <a:ext uri="{FF2B5EF4-FFF2-40B4-BE49-F238E27FC236}">
                <ns3:creationId id="{D089DE3A-310E-4637-B941-BF4816283FE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Arta gjen nisjen që i përshtatet.</a:t>
            </a:r>
          </a:p>
        </p:txBody>
      </p:sp>
      <p:sp>
        <p:nvSpPr>
          <p:cNvPr id="4" name="">
            <a:extLst>
              <a:ext uri="{FF2B5EF4-FFF2-40B4-BE49-F238E27FC236}">
                <ns3:creationId id="{11ABF60B-8AC3-4F2F-9FFA-EFB503F67EC9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Dreni e merr kërkesën e saj.</a:t>
            </a:r>
          </a:p>
        </p:txBody>
      </p:sp>
      <p:sp>
        <p:nvSpPr>
          <p:cNvPr id="5" name="">
            <a:extLst>
              <a:ext uri="{FF2B5EF4-FFF2-40B4-BE49-F238E27FC236}">
                <ns3:creationId id="{F46DB618-357D-4FD1-8C0A-CD7FEBCCBFD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Të dy shohin të njëjtin konfirmim.</a:t>
            </a:r>
          </a:p>
        </p:txBody>
      </p:sp>
      <p:sp>
        <p:nvSpPr>
          <p:cNvPr id="6" name="">
            <a:extLst>
              <a:ext uri="{FF2B5EF4-FFF2-40B4-BE49-F238E27FC236}">
                <ns3:creationId id="{15B7F713-31DE-4D4F-B18D-67FF3892E2E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Vendet e lira mbeten të sakta.</a:t>
            </a:r>
          </a:p>
        </p:txBody>
      </p:sp>
      <p:sp>
        <p:nvSpPr>
          <p:cNvPr id="7" name="">
            <a:extLst>
              <a:ext uri="{FF2B5EF4-FFF2-40B4-BE49-F238E27FC236}">
                <ns3:creationId id="{E3EA9BC7-4D69-468C-AC21-7CBBD99A33E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ns4:creationId val="943080770"/>
      </p:ext>
    </p:extLst>
  </p:cSld>
</p:sld>
</file>

<file path=ppt/slides/slide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/>
          <p:cNvPicPr>
            <a:picLocks noChangeAspect="1"/>
          </p:cNvPicPr>
          <p:nvPr/>
        </p:nvPicPr>
        <p:blipFill>
          <a:blip r:embed="R25dbf09df53e4f32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9BE1563-74A3-4C92-B069-2F9ADAF09A4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Rrjedha e udhëtarit</a:t>
            </a:r>
          </a:p>
        </p:txBody>
      </p:sp>
      <p:sp>
        <p:nvSpPr>
          <p:cNvPr id="3" name="">
            <a:extLst>
              <a:ext uri="{FF2B5EF4-FFF2-40B4-BE49-F238E27FC236}">
                <ns3:creationId id="{85A377B3-4C8D-4C02-B555-EDD0031F93CE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953750" cy="1914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Lista e udhëtimeve</a:t>
            </a:r>
          </a:p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Detajet e udhëtimit</a:t>
            </a:r>
          </a:p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Kërkesa në pritje</a:t>
            </a:r>
          </a:p>
        </p:txBody>
      </p:sp>
      <p:sp>
        <p:nvSpPr>
          <p:cNvPr id="4" name="">
            <a:extLst>
              <a:ext uri="{FF2B5EF4-FFF2-40B4-BE49-F238E27FC236}">
                <ns3:creationId id="{A4D348EA-C9DF-4D63-A28F-F052328BA718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Konfirmimi vjen pas përgjigjes së shoferit.</a:t>
            </a:r>
          </a:p>
        </p:txBody>
      </p:sp>
      <p:sp>
        <p:nvSpPr>
          <p:cNvPr id="5" name="">
            <a:extLst>
              <a:ext uri="{FF2B5EF4-FFF2-40B4-BE49-F238E27FC236}">
                <ns3:creationId id="{3F0D3C15-86EF-4430-A558-ACCDD197D086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ns4:creationId val="885068065"/>
      </p:ext>
    </p:extLst>
  </p:cSld>
</p:sld>
</file>

<file path=ppt/slides/slide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5" name=""/>
          <p:cNvPicPr>
            <a:picLocks noChangeAspect="1"/>
          </p:cNvPicPr>
          <p:nvPr/>
        </p:nvPicPr>
        <p:blipFill>
          <a:blip r:embed="Raa78bd57c98a4bb8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21CFCBDD-2A56-4AE3-9E8F-25448995D43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na tregon kjo skicë?</a:t>
            </a:r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 r:embed="Rd982833d03914b9a"/>
          <a:stretch/>
        </p:blipFill>
        <p:spPr>
          <a:xfrm>
            <a:off x="2118781" y="1762125"/>
            <a:ext cx="7954438" cy="4476750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3:creationId id="{0391E0AF-8AD8-4B05-B21B-DFB6CEE4B0FE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ns4:creationId val="2019353467"/>
      </p:ext>
    </p:extLst>
  </p:cSld>
</p:sld>
</file>

<file path=ppt/slides/slide1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20747ec99c03452f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92BD4B6C-03D3-40D1-8AB1-542363549DE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Dy mënyra për të kërkuar një vend</a:t>
            </a:r>
          </a:p>
        </p:txBody>
      </p:sp>
      <p:sp>
        <p:nvSpPr>
          <p:cNvPr id="3" name="">
            <a:extLst>
              <a:ext uri="{FF2B5EF4-FFF2-40B4-BE49-F238E27FC236}">
                <ns3:creationId id="{5115C916-BCA8-44D9-B8FC-3AB41486FD6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A: butoni në listë</a:t>
            </a:r>
          </a:p>
        </p:txBody>
      </p:sp>
      <p:sp>
        <p:nvSpPr>
          <p:cNvPr id="4" name="">
            <a:extLst>
              <a:ext uri="{FF2B5EF4-FFF2-40B4-BE49-F238E27FC236}">
                <ns3:creationId id="{3E046318-D35F-405F-8EC2-1B5CB818590B}"/>
              </a:ext>
            </a:extLst>
          </p:cNvPr>
          <p:cNvSpPr>
            <a:spLocks noGrp="1"/>
          </p:cNvSpPr>
          <p:nvPr/>
        </p:nvSpPr>
        <p:spPr>
          <a:xfrm>
            <a:off x="609600" y="28098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Një hap më pak.</a:t>
            </a:r>
          </a:p>
        </p:txBody>
      </p:sp>
      <p:sp>
        <p:nvSpPr>
          <p:cNvPr id="5" name="">
            <a:extLst>
              <a:ext uri="{FF2B5EF4-FFF2-40B4-BE49-F238E27FC236}">
                <ns3:creationId id="{C3187A4F-EFA0-4917-A494-F99CC144E65B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Më pak hollësi në ekran.</a:t>
            </a:r>
          </a:p>
        </p:txBody>
      </p:sp>
      <p:sp>
        <p:nvSpPr>
          <p:cNvPr id="6" name="">
            <a:extLst>
              <a:ext uri="{FF2B5EF4-FFF2-40B4-BE49-F238E27FC236}">
                <ns3:creationId id="{2DE9A50B-D8A9-42C5-899C-D4BF4BF20DC5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Rrezik për kërkesë të nxituar.</a:t>
            </a:r>
          </a:p>
        </p:txBody>
      </p:sp>
      <p:sp>
        <p:nvSpPr>
          <p:cNvPr id="7" name="">
            <a:extLst>
              <a:ext uri="{FF2B5EF4-FFF2-40B4-BE49-F238E27FC236}">
                <ns3:creationId id="{12CB5D3B-6C1B-4B97-AF7A-4A6E1D599F67}"/>
              </a:ext>
            </a:extLst>
          </p:cNvPr>
          <p:cNvSpPr>
            <a:spLocks noGrp="1"/>
          </p:cNvSpPr>
          <p:nvPr/>
        </p:nvSpPr>
        <p:spPr>
          <a:xfrm>
            <a:off x="6267450" y="1952625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B: detajet para kërkesës</a:t>
            </a:r>
          </a:p>
        </p:txBody>
      </p:sp>
      <p:sp>
        <p:nvSpPr>
          <p:cNvPr id="8" name="">
            <a:extLst>
              <a:ext uri="{FF2B5EF4-FFF2-40B4-BE49-F238E27FC236}">
                <ns3:creationId id="{C1718EB9-CF1B-4B89-BAEB-B32118D95C47}"/>
              </a:ext>
            </a:extLst>
          </p:cNvPr>
          <p:cNvSpPr>
            <a:spLocks noGrp="1"/>
          </p:cNvSpPr>
          <p:nvPr/>
        </p:nvSpPr>
        <p:spPr>
          <a:xfrm>
            <a:off x="6267450" y="28098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Ora dhe vendtakimi duken.</a:t>
            </a:r>
          </a:p>
        </p:txBody>
      </p:sp>
      <p:sp>
        <p:nvSpPr>
          <p:cNvPr id="9" name="">
            <a:extLst>
              <a:ext uri="{FF2B5EF4-FFF2-40B4-BE49-F238E27FC236}">
                <ns3:creationId id="{0E89735C-5161-4CA7-96A8-2158E44EB0DB}"/>
              </a:ext>
            </a:extLst>
          </p:cNvPr>
          <p:cNvSpPr>
            <a:spLocks noGrp="1"/>
          </p:cNvSpPr>
          <p:nvPr/>
        </p:nvSpPr>
        <p:spPr>
          <a:xfrm>
            <a:off x="6267450" y="36861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Arta zgjedh me më shumë qartësi.</a:t>
            </a:r>
          </a:p>
        </p:txBody>
      </p:sp>
      <p:sp>
        <p:nvSpPr>
          <p:cNvPr id="10" name="">
            <a:extLst>
              <a:ext uri="{FF2B5EF4-FFF2-40B4-BE49-F238E27FC236}">
                <ns3:creationId id="{D3CBB415-52FD-4F84-9F2B-3B5F25BA838A}"/>
              </a:ext>
            </a:extLst>
          </p:cNvPr>
          <p:cNvSpPr>
            <a:spLocks noGrp="1"/>
          </p:cNvSpPr>
          <p:nvPr/>
        </p:nvSpPr>
        <p:spPr>
          <a:xfrm>
            <a:off x="6267450" y="45624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Kërkon një hap shtesë.</a:t>
            </a:r>
          </a:p>
        </p:txBody>
      </p:sp>
      <p:sp>
        <p:nvSpPr>
          <p:cNvPr id="11" name="">
            <a:extLst>
              <a:ext uri="{FF2B5EF4-FFF2-40B4-BE49-F238E27FC236}">
                <ns3:creationId id="{9DA0F23B-1415-416D-88FA-C42DF9E53D05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ns4:creationId val="1926719317"/>
      </p:ext>
    </p:extLst>
  </p:cSld>
</p:sld>
</file>

<file path=ppt/slides/slide1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0f56799e1c684cfa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94AD89B-E6B9-4DE9-BB0F-CB52A2C081F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Arsyetimi i një zgjedhjeje</a:t>
            </a:r>
          </a:p>
        </p:txBody>
      </p:sp>
      <p:sp>
        <p:nvSpPr>
          <p:cNvPr id="3" name="">
            <a:extLst>
              <a:ext uri="{FF2B5EF4-FFF2-40B4-BE49-F238E27FC236}">
                <ns3:creationId id="{D089DE3A-310E-4637-B941-BF4816283FE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Qëllimi: Arta ta kuptojë udhëtimin para kërkesës.</a:t>
            </a:r>
          </a:p>
        </p:txBody>
      </p:sp>
      <p:sp>
        <p:nvSpPr>
          <p:cNvPr id="4" name="">
            <a:extLst>
              <a:ext uri="{FF2B5EF4-FFF2-40B4-BE49-F238E27FC236}">
                <ns3:creationId id="{11ABF60B-8AC3-4F2F-9FFA-EFB503F67EC9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Zgjedhja jonë: butoni pas detajeve.</a:t>
            </a:r>
          </a:p>
        </p:txBody>
      </p:sp>
      <p:sp>
        <p:nvSpPr>
          <p:cNvPr id="5" name="">
            <a:extLst>
              <a:ext uri="{FF2B5EF4-FFF2-40B4-BE49-F238E27FC236}">
                <ns3:creationId id="{F46DB618-357D-4FD1-8C0A-CD7FEBCCBFD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Kostoja: një hap shtesë.</a:t>
            </a:r>
          </a:p>
        </p:txBody>
      </p:sp>
      <p:sp>
        <p:nvSpPr>
          <p:cNvPr id="6" name="">
            <a:extLst>
              <a:ext uri="{FF2B5EF4-FFF2-40B4-BE49-F238E27FC236}">
                <ns3:creationId id="{15B7F713-31DE-4D4F-B18D-67FF3892E2E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Prova: a e gjen Arta vendtakimin pa ndihmë?</a:t>
            </a:r>
          </a:p>
        </p:txBody>
      </p:sp>
      <p:sp>
        <p:nvSpPr>
          <p:cNvPr id="7" name="">
            <a:extLst>
              <a:ext uri="{FF2B5EF4-FFF2-40B4-BE49-F238E27FC236}">
                <ns3:creationId id="{E3EA9BC7-4D69-468C-AC21-7CBBD99A33E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ns4:creationId val="943080770"/>
      </p:ext>
    </p:extLst>
  </p:cSld>
</p:sld>
</file>

<file path=ppt/slides/slide1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0f56799e1c684cfa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94AD89B-E6B9-4DE9-BB0F-CB52A2C081F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PRD-ja ruan marrëveshjen për produktin</a:t>
            </a:r>
          </a:p>
        </p:txBody>
      </p:sp>
      <p:sp>
        <p:nvSpPr>
          <p:cNvPr id="3" name="">
            <a:extLst>
              <a:ext uri="{FF2B5EF4-FFF2-40B4-BE49-F238E27FC236}">
                <ns3:creationId id="{D089DE3A-310E-4637-B941-BF4816283FE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PRD: Product Requirements Document.</a:t>
            </a:r>
          </a:p>
        </p:txBody>
      </p:sp>
      <p:sp>
        <p:nvSpPr>
          <p:cNvPr id="4" name="">
            <a:extLst>
              <a:ext uri="{FF2B5EF4-FFF2-40B4-BE49-F238E27FC236}">
                <ns3:creationId id="{11ABF60B-8AC3-4F2F-9FFA-EFB503F67EC9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Shpjegon problemin dhe përdoruesit.</a:t>
            </a:r>
          </a:p>
        </p:txBody>
      </p:sp>
      <p:sp>
        <p:nvSpPr>
          <p:cNvPr id="5" name="">
            <a:extLst>
              <a:ext uri="{FF2B5EF4-FFF2-40B4-BE49-F238E27FC236}">
                <ns3:creationId id="{F46DB618-357D-4FD1-8C0A-CD7FEBCCBFD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Përcakton sjelljen dhe kufijtë e versionit.</a:t>
            </a:r>
          </a:p>
        </p:txBody>
      </p:sp>
      <p:sp>
        <p:nvSpPr>
          <p:cNvPr id="6" name="">
            <a:extLst>
              <a:ext uri="{FF2B5EF4-FFF2-40B4-BE49-F238E27FC236}">
                <ns3:creationId id="{15B7F713-31DE-4D4F-B18D-67FF3892E2E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Tregon si e provojmë që kërkesa funksionon.</a:t>
            </a:r>
          </a:p>
        </p:txBody>
      </p:sp>
      <p:sp>
        <p:nvSpPr>
          <p:cNvPr id="7" name="">
            <a:extLst>
              <a:ext uri="{FF2B5EF4-FFF2-40B4-BE49-F238E27FC236}">
                <ns3:creationId id="{E3EA9BC7-4D69-468C-AC21-7CBBD99A33E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ns4:creationId val="943080770"/>
      </p:ext>
    </p:extLst>
  </p:cSld>
</p:sld>
</file>

<file path=ppt/slides/slide13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5" name=""/>
          <p:cNvPicPr>
            <a:picLocks noChangeAspect="1"/>
          </p:cNvPicPr>
          <p:nvPr/>
        </p:nvPicPr>
        <p:blipFill>
          <a:blip r:embed="R88b8c5d5fc304c57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E945E88-2CCD-4BA8-AB91-5EE0BADA64FD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Kërkesa të qarta për të njëjtin ekran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="609600" y="1981200"/>
          <a:ext cx="10972800" cy="3476625"/>
        </p:xfrm>
        <a:graphic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86915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73DAFF"/>
                          </a:solidFill>
                          <a:latin typeface="Arial"/>
                          <a:ea typeface="Arial"/>
                          <a:cs typeface="Arial"/>
                        </a:rPr>
                        <a:t>E paqartë</a:t>
                      </a:r>
                    </a:p>
                  </a:txBody>
                  <a:tcPr marL="91440" marR="91440" marT="45720" marB="45720">
                    <a:solidFill>
                      <a:srgbClr val="1731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73DAFF"/>
                          </a:solidFill>
                          <a:latin typeface="Arial"/>
                          <a:ea typeface="Arial"/>
                          <a:cs typeface="Arial"/>
                        </a:rPr>
                        <a:t>E provueshme</a:t>
                      </a:r>
                    </a:p>
                  </a:txBody>
                  <a:tcPr marL="91440" marR="91440" marT="45720" marB="45720">
                    <a:solidFill>
                      <a:srgbClr val="173147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Lista të jetë e mirë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Çdo udhëtim shfaq orën dhe vendet e lira.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Rezervimi të funksionojë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Kërkesa e re shfaq statusin Në pritje.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Përdoruesi ta kuptojë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Konfirmimi shfaqet pas pranimit nga shoferi.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>
              <a:ext uri="{FF2B5EF4-FFF2-40B4-BE49-F238E27FC236}">
                <ns3:creationId id="{51E354F1-683B-4821-9296-BD3191E5F66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ns4:creationId val="79031875"/>
      </p:ext>
    </p:extLst>
  </p:cSld>
</p:sld>
</file>

<file path=ppt/slides/slide14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0f56799e1c684cfa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94AD89B-E6B9-4DE9-BB0F-CB52A2C081F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Statusi shpjegon çfarë ka ndodhur</a:t>
            </a:r>
          </a:p>
        </p:txBody>
      </p:sp>
      <p:sp>
        <p:nvSpPr>
          <p:cNvPr id="3" name="">
            <a:extLst>
              <a:ext uri="{FF2B5EF4-FFF2-40B4-BE49-F238E27FC236}">
                <ns3:creationId id="{D089DE3A-310E-4637-B941-BF4816283FE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Në pritje: shoferi ende nuk është përgjigjur.</a:t>
            </a:r>
          </a:p>
        </p:txBody>
      </p:sp>
      <p:sp>
        <p:nvSpPr>
          <p:cNvPr id="4" name="">
            <a:extLst>
              <a:ext uri="{FF2B5EF4-FFF2-40B4-BE49-F238E27FC236}">
                <ns3:creationId id="{11ABF60B-8AC3-4F2F-9FFA-EFB503F67EC9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E konfirmuar: shoferi e ka pranuar kërkesën.</a:t>
            </a:r>
          </a:p>
        </p:txBody>
      </p:sp>
      <p:sp>
        <p:nvSpPr>
          <p:cNvPr id="5" name="">
            <a:extLst>
              <a:ext uri="{FF2B5EF4-FFF2-40B4-BE49-F238E27FC236}">
                <ns3:creationId id="{F46DB618-357D-4FD1-8C0A-CD7FEBCCBFD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E refuzuar: udhëtari duhet të kërkojë tjetër.</a:t>
            </a:r>
          </a:p>
        </p:txBody>
      </p:sp>
      <p:sp>
        <p:nvSpPr>
          <p:cNvPr id="6" name="">
            <a:extLst>
              <a:ext uri="{FF2B5EF4-FFF2-40B4-BE49-F238E27FC236}">
                <ns3:creationId id="{15B7F713-31DE-4D4F-B18D-67FF3892E2E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Teksti në ekran duhet të përputhet me të dhënat.</a:t>
            </a:r>
          </a:p>
        </p:txBody>
      </p:sp>
      <p:sp>
        <p:nvSpPr>
          <p:cNvPr id="7" name="">
            <a:extLst>
              <a:ext uri="{FF2B5EF4-FFF2-40B4-BE49-F238E27FC236}">
                <ns3:creationId id="{E3EA9BC7-4D69-468C-AC21-7CBBD99A33E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ns4:creationId val="943080770"/>
      </p:ext>
    </p:extLst>
  </p:cSld>
</p:sld>
</file>

<file path=ppt/slides/slide15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5" name=""/>
          <p:cNvPicPr>
            <a:picLocks noChangeAspect="1"/>
          </p:cNvPicPr>
          <p:nvPr/>
        </p:nvPicPr>
        <p:blipFill>
          <a:blip r:embed="R88b8c5d5fc304c57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E945E88-2CCD-4BA8-AB91-5EE0BADA64FD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Edhe rastet e vështira janë kërkesa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="609600" y="1981200"/>
          <a:ext cx="10972800" cy="3476625"/>
        </p:xfrm>
        <a:graphic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86915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73DAFF"/>
                          </a:solidFill>
                          <a:latin typeface="Arial"/>
                          <a:ea typeface="Arial"/>
                          <a:cs typeface="Arial"/>
                        </a:rPr>
                        <a:t>Rasti</a:t>
                      </a:r>
                    </a:p>
                  </a:txBody>
                  <a:tcPr marL="91440" marR="91440" marT="45720" marB="45720">
                    <a:solidFill>
                      <a:srgbClr val="1731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73DAFF"/>
                          </a:solidFill>
                          <a:latin typeface="Arial"/>
                          <a:ea typeface="Arial"/>
                          <a:cs typeface="Arial"/>
                        </a:rPr>
                        <a:t>Sjellja e pritshme</a:t>
                      </a:r>
                    </a:p>
                  </a:txBody>
                  <a:tcPr marL="91440" marR="91440" marT="45720" marB="45720">
                    <a:solidFill>
                      <a:srgbClr val="173147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S’ka vende të lira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Sistemi nuk konfirmon një vend tjetër.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Arta klikon dy herë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Kërkesa nuk krijohet dy herë.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Lidhja ndërpritet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Arta mund të verifikojë statusin e kërkesës.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>
              <a:ext uri="{FF2B5EF4-FFF2-40B4-BE49-F238E27FC236}">
                <ns3:creationId id="{51E354F1-683B-4821-9296-BD3191E5F66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ns4:creationId val="79031875"/>
      </p:ext>
    </p:extLst>
  </p:cSld>
</p:sld>
</file>

<file path=ppt/slides/slide16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2" name=""/>
          <p:cNvPicPr>
            <a:picLocks noChangeAspect="1"/>
          </p:cNvPicPr>
          <p:nvPr/>
        </p:nvPicPr>
        <p:blipFill>
          <a:blip r:embed="Rb877fde035a245da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CE774C9-A7CA-4D0D-80F0-D2724658CA37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MVP-ja përfundon një rrjedhë të vlefshme</a:t>
            </a:r>
          </a:p>
        </p:txBody>
      </p:sp>
      <p:sp>
        <p:nvSpPr>
          <p:cNvPr id="3" name="">
            <a:extLst>
              <a:ext uri="{FF2B5EF4-FFF2-40B4-BE49-F238E27FC236}">
                <ns3:creationId id="{D6A46893-3D42-479D-B4C5-8B2E4B0A75D4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Në versionin e parë</a:t>
            </a:r>
          </a:p>
        </p:txBody>
      </p:sp>
      <p:sp>
        <p:nvSpPr>
          <p:cNvPr id="4" name="">
            <a:extLst>
              <a:ext uri="{FF2B5EF4-FFF2-40B4-BE49-F238E27FC236}">
                <ns3:creationId id="{7FF80B5D-7C3D-44DE-8B1A-3FE4F57AE176}"/>
              </a:ext>
            </a:extLst>
          </p:cNvPr>
          <p:cNvSpPr>
            <a:spLocks noGrp="1"/>
          </p:cNvSpPr>
          <p:nvPr/>
        </p:nvSpPr>
        <p:spPr>
          <a:xfrm>
            <a:off x="609600" y="28098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Shoferi publikon udhëtimin.</a:t>
            </a:r>
          </a:p>
        </p:txBody>
      </p:sp>
      <p:sp>
        <p:nvSpPr>
          <p:cNvPr id="5" name="">
            <a:extLst>
              <a:ext uri="{FF2B5EF4-FFF2-40B4-BE49-F238E27FC236}">
                <ns3:creationId id="{027713F3-2231-4156-99E8-2EAB6FB053B2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Udhëtari kërkon një vend.</a:t>
            </a:r>
          </a:p>
        </p:txBody>
      </p:sp>
      <p:sp>
        <p:nvSpPr>
          <p:cNvPr id="6" name="">
            <a:extLst>
              <a:ext uri="{FF2B5EF4-FFF2-40B4-BE49-F238E27FC236}">
                <ns3:creationId id="{1C09AA6C-E767-43FA-AEA0-4D1B25E76108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Shoferi përgjigjet dhe ruhet statusi.</a:t>
            </a:r>
          </a:p>
        </p:txBody>
      </p:sp>
      <p:sp>
        <p:nvSpPr>
          <p:cNvPr id="7" name="">
            <a:extLst>
              <a:ext uri="{FF2B5EF4-FFF2-40B4-BE49-F238E27FC236}">
                <ns3:creationId id="{3B12004E-182C-4678-AA82-CABDB0811EC3}"/>
              </a:ext>
            </a:extLst>
          </p:cNvPr>
          <p:cNvSpPr>
            <a:spLocks noGrp="1"/>
          </p:cNvSpPr>
          <p:nvPr/>
        </p:nvSpPr>
        <p:spPr>
          <a:xfrm>
            <a:off x="6267450" y="1952625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Mund të presin</a:t>
            </a:r>
          </a:p>
        </p:txBody>
      </p:sp>
      <p:sp>
        <p:nvSpPr>
          <p:cNvPr id="8" name="">
            <a:extLst>
              <a:ext uri="{FF2B5EF4-FFF2-40B4-BE49-F238E27FC236}">
                <ns3:creationId id="{8BF194FC-1155-4461-A38F-58DB580A4013}"/>
              </a:ext>
            </a:extLst>
          </p:cNvPr>
          <p:cNvSpPr>
            <a:spLocks noGrp="1"/>
          </p:cNvSpPr>
          <p:nvPr/>
        </p:nvSpPr>
        <p:spPr>
          <a:xfrm>
            <a:off x="6267450" y="28098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Harta me lëvizje live.</a:t>
            </a:r>
          </a:p>
        </p:txBody>
      </p:sp>
      <p:sp>
        <p:nvSpPr>
          <p:cNvPr id="9" name="">
            <a:extLst>
              <a:ext uri="{FF2B5EF4-FFF2-40B4-BE49-F238E27FC236}">
                <ns3:creationId id="{D857E0DB-9649-4F1F-AD18-4BFE7ED67E86}"/>
              </a:ext>
            </a:extLst>
          </p:cNvPr>
          <p:cNvSpPr>
            <a:spLocks noGrp="1"/>
          </p:cNvSpPr>
          <p:nvPr/>
        </p:nvSpPr>
        <p:spPr>
          <a:xfrm>
            <a:off x="6267450" y="36861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Pagesat në aplikacion.</a:t>
            </a:r>
          </a:p>
        </p:txBody>
      </p:sp>
      <p:sp>
        <p:nvSpPr>
          <p:cNvPr id="10" name="">
            <a:extLst>
              <a:ext uri="{FF2B5EF4-FFF2-40B4-BE49-F238E27FC236}">
                <ns3:creationId id="{7E832496-FA2E-4CE4-A9FE-050BB387B0CD}"/>
              </a:ext>
            </a:extLst>
          </p:cNvPr>
          <p:cNvSpPr>
            <a:spLocks noGrp="1"/>
          </p:cNvSpPr>
          <p:nvPr/>
        </p:nvSpPr>
        <p:spPr>
          <a:xfrm>
            <a:off x="6267450" y="4562475"/>
            <a:ext cx="523875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Chat-i dhe vlerësimet.</a:t>
            </a:r>
          </a:p>
        </p:txBody>
      </p:sp>
      <p:sp>
        <p:nvSpPr>
          <p:cNvPr id="11" name="">
            <a:extLst>
              <a:ext uri="{FF2B5EF4-FFF2-40B4-BE49-F238E27FC236}">
                <ns3:creationId id="{9C8B1535-65E8-4398-BEDD-ED4651AB6CC2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ns4:creationId val="327941396"/>
      </p:ext>
    </p:extLst>
  </p:cSld>
</p:sld>
</file>

<file path=ppt/slides/slide17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5" name=""/>
          <p:cNvPicPr>
            <a:picLocks noChangeAspect="1"/>
          </p:cNvPicPr>
          <p:nvPr/>
        </p:nvPicPr>
        <p:blipFill>
          <a:blip r:embed="Rb68c8e60328b4a75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8F3ADC1C-1D6F-4A00-9632-FC242109DB20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Skica, prototipi dhe MVP-ja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="609600" y="1981200"/>
          <a:ext cx="10972800" cy="3476625"/>
        </p:xfrm>
        <a:graphic>
          <a:graphicData uri="http://schemas.openxmlformats.org/drawingml/2006/table">
            <a:tbl>
              <a:tblPr/>
              <a:tblGrid>
                <a:gridCol w="3619500"/>
                <a:gridCol w="7353300"/>
              </a:tblGrid>
              <a:tr h="869156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73DAFF"/>
                          </a:solidFill>
                          <a:latin typeface="Arial"/>
                          <a:ea typeface="Arial"/>
                          <a:cs typeface="Arial"/>
                        </a:rPr>
                        <a:t>Faza</a:t>
                      </a:r>
                    </a:p>
                  </a:txBody>
                  <a:tcPr marL="91440" marR="91440" marT="45720" marB="45720">
                    <a:solidFill>
                      <a:srgbClr val="1731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73DAFF"/>
                          </a:solidFill>
                          <a:latin typeface="Arial"/>
                          <a:ea typeface="Arial"/>
                          <a:cs typeface="Arial"/>
                        </a:rPr>
                        <a:t>Pyetja që provojmë</a:t>
                      </a:r>
                    </a:p>
                  </a:txBody>
                  <a:tcPr marL="91440" marR="91440" marT="45720" marB="45720">
                    <a:solidFill>
                      <a:srgbClr val="173147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Skica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kuptohet rruga e përdoruesit?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Prototipi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kuptohet sjellja gjatë klikimeve?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MVP-ja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e përfundojnë përdoruesit rrjedhën reale?</a:t>
                      </a:r>
                    </a:p>
                  </a:txBody>
                  <a:tcPr marL="91440" marR="91440" marT="45720" marB="45720">
                    <a:solidFill>
                      <a:srgbClr val="111E3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>
              <a:ext uri="{FF2B5EF4-FFF2-40B4-BE49-F238E27FC236}">
                <ns3:creationId id="{4A444EF1-84B0-4F4D-B1E0-7A4DE311CCB9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ns4:creationId val="137652682"/>
      </p:ext>
    </p:extLst>
  </p:cSld>
</p:sld>
</file>

<file path=ppt/slides/slide1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/>
          <p:cNvPicPr>
            <a:picLocks noChangeAspect="1"/>
          </p:cNvPicPr>
          <p:nvPr/>
        </p:nvPicPr>
        <p:blipFill>
          <a:blip r:embed="R25dbf09df53e4f32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9BE1563-74A3-4C92-B069-2F9ADAF09A4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Demonstrimi: ku krijohet pasiguria?</a:t>
            </a:r>
          </a:p>
        </p:txBody>
      </p:sp>
      <p:sp>
        <p:nvSpPr>
          <p:cNvPr id="3" name="">
            <a:extLst>
              <a:ext uri="{FF2B5EF4-FFF2-40B4-BE49-F238E27FC236}">
                <ns3:creationId id="{85A377B3-4C8D-4C02-B555-EDD0031F93CE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953750" cy="1914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Arta kërkon një vend.</a:t>
            </a:r>
          </a:p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Dreni e shqyrton kërkesën.</a:t>
            </a:r>
          </a:p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Të dy kontrollojnë rezultatin.</a:t>
            </a:r>
          </a:p>
        </p:txBody>
      </p:sp>
      <p:sp>
        <p:nvSpPr>
          <p:cNvPr id="4" name="">
            <a:extLst>
              <a:ext uri="{FF2B5EF4-FFF2-40B4-BE49-F238E27FC236}">
                <ns3:creationId id="{A4D348EA-C9DF-4D63-A28F-F052328BA718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Prototipi përdor të dhëna demonstrimi.</a:t>
            </a:r>
          </a:p>
        </p:txBody>
      </p:sp>
      <p:sp>
        <p:nvSpPr>
          <p:cNvPr id="5" name="">
            <a:extLst>
              <a:ext uri="{FF2B5EF4-FFF2-40B4-BE49-F238E27FC236}">
                <ns3:creationId id="{3F0D3C15-86EF-4430-A558-ACCDD197D086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ns4:creationId val="885068065"/>
      </p:ext>
    </p:extLst>
  </p:cSld>
</p:sld>
</file>

<file path=ppt/slides/slide1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0f56799e1c684cfa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94AD89B-E6B9-4DE9-BB0F-CB52A2C081F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Vëzhgimi na ndihmon të përmirësojmë</a:t>
            </a:r>
          </a:p>
        </p:txBody>
      </p:sp>
      <p:sp>
        <p:nvSpPr>
          <p:cNvPr id="3" name="">
            <a:extLst>
              <a:ext uri="{FF2B5EF4-FFF2-40B4-BE49-F238E27FC236}">
                <ns3:creationId id="{D089DE3A-310E-4637-B941-BF4816283FE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Detyra e vëzhguar: gjej udhëtimin dhe kërko vend.</a:t>
            </a:r>
          </a:p>
        </p:txBody>
      </p:sp>
      <p:sp>
        <p:nvSpPr>
          <p:cNvPr id="4" name="">
            <a:extLst>
              <a:ext uri="{FF2B5EF4-FFF2-40B4-BE49-F238E27FC236}">
                <ns3:creationId id="{11ABF60B-8AC3-4F2F-9FFA-EFB503F67EC9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Shënojmë ku përdoruesi ndalet ose pyet.</a:t>
            </a:r>
          </a:p>
        </p:txBody>
      </p:sp>
      <p:sp>
        <p:nvSpPr>
          <p:cNvPr id="5" name="">
            <a:extLst>
              <a:ext uri="{FF2B5EF4-FFF2-40B4-BE49-F238E27FC236}">
                <ns3:creationId id="{F46DB618-357D-4FD1-8C0A-CD7FEBCCBFD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Ndryshojmë një element që shkakton paqartësi.</a:t>
            </a:r>
          </a:p>
        </p:txBody>
      </p:sp>
      <p:sp>
        <p:nvSpPr>
          <p:cNvPr id="6" name="">
            <a:extLst>
              <a:ext uri="{FF2B5EF4-FFF2-40B4-BE49-F238E27FC236}">
                <ns3:creationId id="{15B7F713-31DE-4D4F-B18D-67FF3892E2E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E provojmë përsëri me të njëjtën detyrë.</a:t>
            </a:r>
          </a:p>
        </p:txBody>
      </p:sp>
      <p:sp>
        <p:nvSpPr>
          <p:cNvPr id="7" name="">
            <a:extLst>
              <a:ext uri="{FF2B5EF4-FFF2-40B4-BE49-F238E27FC236}">
                <ns3:creationId id="{E3EA9BC7-4D69-468C-AC21-7CBBD99A33E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ns4:creationId val="943080770"/>
      </p:ext>
    </p:extLst>
  </p:cSld>
</p:sld>
</file>

<file path=ppt/slides/slide20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0f56799e1c684cfa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94AD89B-E6B9-4DE9-BB0F-CB52A2C081F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Vendimet e produktit udhëheqin kodin</a:t>
            </a:r>
          </a:p>
        </p:txBody>
      </p:sp>
      <p:sp>
        <p:nvSpPr>
          <p:cNvPr id="3" name="">
            <a:extLst>
              <a:ext uri="{FF2B5EF4-FFF2-40B4-BE49-F238E27FC236}">
                <ns3:creationId id="{D089DE3A-310E-4637-B941-BF4816283FE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Ekranet përcaktojnë faqet e Next.js.</a:t>
            </a:r>
          </a:p>
        </p:txBody>
      </p:sp>
      <p:sp>
        <p:nvSpPr>
          <p:cNvPr id="4" name="">
            <a:extLst>
              <a:ext uri="{FF2B5EF4-FFF2-40B4-BE49-F238E27FC236}">
                <ns3:creationId id="{11ABF60B-8AC3-4F2F-9FFA-EFB503F67EC9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Udhëtimet dhe kërkesat kërkojnë të dhëna.</a:t>
            </a:r>
          </a:p>
        </p:txBody>
      </p:sp>
      <p:sp>
        <p:nvSpPr>
          <p:cNvPr id="5" name="">
            <a:extLst>
              <a:ext uri="{FF2B5EF4-FFF2-40B4-BE49-F238E27FC236}">
                <ns3:creationId id="{F46DB618-357D-4FD1-8C0A-CD7FEBCCBFD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Rolet përcaktojnë kush lejohet të veprojë.</a:t>
            </a:r>
          </a:p>
        </p:txBody>
      </p:sp>
      <p:sp>
        <p:nvSpPr>
          <p:cNvPr id="6" name="">
            <a:extLst>
              <a:ext uri="{FF2B5EF4-FFF2-40B4-BE49-F238E27FC236}">
                <ns3:creationId id="{15B7F713-31DE-4D4F-B18D-67FF3892E2E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Kriteret e pranimit udhëheqin testet.</a:t>
            </a:r>
          </a:p>
        </p:txBody>
      </p:sp>
      <p:sp>
        <p:nvSpPr>
          <p:cNvPr id="7" name="">
            <a:extLst>
              <a:ext uri="{FF2B5EF4-FFF2-40B4-BE49-F238E27FC236}">
                <ns3:creationId id="{E3EA9BC7-4D69-468C-AC21-7CBBD99A33E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ns4:creationId val="943080770"/>
      </p:ext>
    </p:extLst>
  </p:cSld>
</p:sld>
</file>

<file path=ppt/slides/slide2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0f56799e1c684cfa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D94AD89B-E6B9-4DE9-BB0F-CB52A2C081FA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e kemi një MVP të menduar qartë?</a:t>
            </a:r>
          </a:p>
        </p:txBody>
      </p:sp>
      <p:sp>
        <p:nvSpPr>
          <p:cNvPr id="3" name="">
            <a:extLst>
              <a:ext uri="{FF2B5EF4-FFF2-40B4-BE49-F238E27FC236}">
                <ns3:creationId id="{D089DE3A-310E-4637-B941-BF4816283FE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Kujt i zgjidhet problemi?</a:t>
            </a:r>
          </a:p>
        </p:txBody>
      </p:sp>
      <p:sp>
        <p:nvSpPr>
          <p:cNvPr id="4" name="">
            <a:extLst>
              <a:ext uri="{FF2B5EF4-FFF2-40B4-BE49-F238E27FC236}">
                <ns3:creationId id="{11ABF60B-8AC3-4F2F-9FFA-EFB503F67EC9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A përfundon kërkesa me një përgjigje të qartë?</a:t>
            </a:r>
          </a:p>
        </p:txBody>
      </p:sp>
      <p:sp>
        <p:nvSpPr>
          <p:cNvPr id="5" name="">
            <a:extLst>
              <a:ext uri="{FF2B5EF4-FFF2-40B4-BE49-F238E27FC236}">
                <ns3:creationId id="{F46DB618-357D-4FD1-8C0A-CD7FEBCCBFD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Cilat veçori mund të presin?</a:t>
            </a:r>
          </a:p>
        </p:txBody>
      </p:sp>
      <p:sp>
        <p:nvSpPr>
          <p:cNvPr id="6" name="">
            <a:extLst>
              <a:ext uri="{FF2B5EF4-FFF2-40B4-BE49-F238E27FC236}">
                <ns3:creationId id="{15B7F713-31DE-4D4F-B18D-67FF3892E2E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Si do ta vërtetojmë se rrjedha funksionon?</a:t>
            </a:r>
          </a:p>
        </p:txBody>
      </p:sp>
      <p:sp>
        <p:nvSpPr>
          <p:cNvPr id="7" name="">
            <a:extLst>
              <a:ext uri="{FF2B5EF4-FFF2-40B4-BE49-F238E27FC236}">
                <ns3:creationId id="{E3EA9BC7-4D69-468C-AC21-7CBBD99A33E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ns4:creationId val="943080770"/>
      </p:ext>
    </p:extLst>
  </p:cSld>
</p:sld>
</file>

<file path=ppt/slides/slide2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/>
          <p:cNvPicPr>
            <a:picLocks noChangeAspect="1"/>
          </p:cNvPicPr>
          <p:nvPr/>
        </p:nvPicPr>
        <p:blipFill>
          <a:blip r:embed="R25dbf09df53e4f32"/>
          <a:stretch/>
        </p:blipFill>
        <p:spPr>
          <a:xfrm>
            <a:off x="9410700" y="284542"/>
            <a:ext cx="2133600" cy="421516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19BE1563-74A3-4C92-B069-2F9ADAF09A4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85850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Në ushtrime i zbatojmë këto vendime</a:t>
            </a:r>
          </a:p>
        </p:txBody>
      </p:sp>
      <p:sp>
        <p:nvSpPr>
          <p:cNvPr id="3" name="">
            <a:extLst>
              <a:ext uri="{FF2B5EF4-FFF2-40B4-BE49-F238E27FC236}">
                <ns3:creationId id="{85A377B3-4C8D-4C02-B555-EDD0031F93CE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953750" cy="1914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Skica jonë e RideShare.</a:t>
            </a:r>
          </a:p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PRD-ja me fjalët tona.</a:t>
            </a:r>
          </a:p>
          <a:p>
            <a:pPr>
              <a:defRPr sz="3450" b="1">
                <a:solidFill>
                  <a:srgbClr val="65D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65D8FF"/>
                </a:solidFill>
                <a:latin typeface="Arial"/>
                <a:ea typeface="Arial"/>
                <a:cs typeface="Arial"/>
              </a:rPr>
              <a:t>Prova me një koleg.</a:t>
            </a:r>
          </a:p>
        </p:txBody>
      </p:sp>
      <p:sp>
        <p:nvSpPr>
          <p:cNvPr id="4" name="">
            <a:extLst>
              <a:ext uri="{FF2B5EF4-FFF2-40B4-BE49-F238E27FC236}">
                <ns3:creationId id="{A4D348EA-C9DF-4D63-A28F-F052328BA718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4EBF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4EBF5"/>
                </a:solidFill>
                <a:latin typeface="Arial"/>
                <a:ea typeface="Arial"/>
                <a:cs typeface="Arial"/>
              </a:rPr>
              <a:t>Udhëzimi praktik dhe dorëzimi janë në faqen e javës 2.</a:t>
            </a:r>
          </a:p>
        </p:txBody>
      </p:sp>
      <p:sp>
        <p:nvSpPr>
          <p:cNvPr id="5" name="">
            <a:extLst>
              <a:ext uri="{FF2B5EF4-FFF2-40B4-BE49-F238E27FC236}">
                <ns3:creationId id="{3F0D3C15-86EF-4430-A558-ACCDD197D086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4762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91A0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1A0B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ns4:creationId val="885068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22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2026-09-23T12:19:04.6330000Z</dcterms:created>
  <dcterms:modified xsi:type="dcterms:W3CDTF">2026-09-23T12:19:04.6330000Z</dcterms:modified>
</coreProperties>
</file>