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2ef889ae8794449a"/><Relationship Type="http://schemas.openxmlformats.org/officeDocument/2006/relationships/extended-properties" Target="/docProps/app.xml" Id="R2baf3cc026234c76"/><Relationship Type="http://schemas.openxmlformats.org/officeDocument/2006/relationships/officeDocument" Target="/ppt/presentation.xml" Id="R74f3b2c7c3f543bd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c03226f6eb4e4e"/>
  </p:sldMasterIdLst>
  <p:sldIdLst>
    <p:sldId xmlns:r="http://schemas.openxmlformats.org/officeDocument/2006/relationships" id="256" r:id="R3b6dfc7129344470"/>
    <p:sldId xmlns:r="http://schemas.openxmlformats.org/officeDocument/2006/relationships" id="257" r:id="R70386f0001524a25"/>
    <p:sldId xmlns:r="http://schemas.openxmlformats.org/officeDocument/2006/relationships" id="258" r:id="Rf378e82c3b73438e"/>
    <p:sldId xmlns:r="http://schemas.openxmlformats.org/officeDocument/2006/relationships" id="259" r:id="Rb2b16735c67144d6"/>
    <p:sldId xmlns:r="http://schemas.openxmlformats.org/officeDocument/2006/relationships" id="260" r:id="R5d0c67ab1bd14563"/>
    <p:sldId xmlns:r="http://schemas.openxmlformats.org/officeDocument/2006/relationships" id="261" r:id="R468ffb7a7c1341ae"/>
    <p:sldId xmlns:r="http://schemas.openxmlformats.org/officeDocument/2006/relationships" id="262" r:id="R3cdbab9ff8654143"/>
    <p:sldId xmlns:r="http://schemas.openxmlformats.org/officeDocument/2006/relationships" id="263" r:id="Rffe5a0e75bef4dfb"/>
    <p:sldId xmlns:r="http://schemas.openxmlformats.org/officeDocument/2006/relationships" id="264" r:id="R2fe99c39a0004de8"/>
    <p:sldId xmlns:r="http://schemas.openxmlformats.org/officeDocument/2006/relationships" id="265" r:id="R7a4b041bce5e43a4"/>
    <p:sldId xmlns:r="http://schemas.openxmlformats.org/officeDocument/2006/relationships" id="266" r:id="R853c7a729f9046e5"/>
    <p:sldId xmlns:r="http://schemas.openxmlformats.org/officeDocument/2006/relationships" id="267" r:id="R33ab35c420c14286"/>
    <p:sldId xmlns:r="http://schemas.openxmlformats.org/officeDocument/2006/relationships" id="268" r:id="Re2b64fe008e549f2"/>
    <p:sldId xmlns:r="http://schemas.openxmlformats.org/officeDocument/2006/relationships" id="269" r:id="R3c4d5f459a6c4e28"/>
    <p:sldId xmlns:r="http://schemas.openxmlformats.org/officeDocument/2006/relationships" id="270" r:id="R1a5f24de1e6049ef"/>
    <p:sldId xmlns:r="http://schemas.openxmlformats.org/officeDocument/2006/relationships" id="271" r:id="R83672bba7da3427a"/>
    <p:sldId xmlns:r="http://schemas.openxmlformats.org/officeDocument/2006/relationships" id="272" r:id="R80aadb8499344884"/>
    <p:sldId xmlns:r="http://schemas.openxmlformats.org/officeDocument/2006/relationships" id="273" r:id="R120a5256b4fa4932"/>
    <p:sldId xmlns:r="http://schemas.openxmlformats.org/officeDocument/2006/relationships" id="274" r:id="R916db68a60a944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1dc207fa2cea415e"/><Relationship Type="http://schemas.openxmlformats.org/officeDocument/2006/relationships/slideMaster" Target="/ppt/slideMasters/slideMaster1.xml" Id="Rfbc03226f6eb4e4e"/><Relationship Type="http://schemas.openxmlformats.org/officeDocument/2006/relationships/presProps" Target="/ppt/presProps.xml" Id="R82f3a8bfd9374d84"/><Relationship Type="http://schemas.openxmlformats.org/officeDocument/2006/relationships/tableStyles" Target="/ppt/tableStyles.xml" Id="R4de4e9f286184668"/><Relationship Type="http://schemas.openxmlformats.org/officeDocument/2006/relationships/slide" Target="/ppt/slides/slide1.xml" Id="R3b6dfc7129344470"/><Relationship Type="http://schemas.openxmlformats.org/officeDocument/2006/relationships/slide" Target="/ppt/slides/slide2.xml" Id="R70386f0001524a25"/><Relationship Type="http://schemas.openxmlformats.org/officeDocument/2006/relationships/slide" Target="/ppt/slides/slide3.xml" Id="Rf378e82c3b73438e"/><Relationship Type="http://schemas.openxmlformats.org/officeDocument/2006/relationships/slide" Target="/ppt/slides/slide4.xml" Id="Rb2b16735c67144d6"/><Relationship Type="http://schemas.openxmlformats.org/officeDocument/2006/relationships/slide" Target="/ppt/slides/slide5.xml" Id="R5d0c67ab1bd14563"/><Relationship Type="http://schemas.openxmlformats.org/officeDocument/2006/relationships/slide" Target="/ppt/slides/slide6.xml" Id="R468ffb7a7c1341ae"/><Relationship Type="http://schemas.openxmlformats.org/officeDocument/2006/relationships/slide" Target="/ppt/slides/slide7.xml" Id="R3cdbab9ff8654143"/><Relationship Type="http://schemas.openxmlformats.org/officeDocument/2006/relationships/slide" Target="/ppt/slides/slide8.xml" Id="Rffe5a0e75bef4dfb"/><Relationship Type="http://schemas.openxmlformats.org/officeDocument/2006/relationships/slide" Target="/ppt/slides/slide9.xml" Id="R2fe99c39a0004de8"/><Relationship Type="http://schemas.openxmlformats.org/officeDocument/2006/relationships/slide" Target="/ppt/slides/slide10.xml" Id="R7a4b041bce5e43a4"/><Relationship Type="http://schemas.openxmlformats.org/officeDocument/2006/relationships/slide" Target="/ppt/slides/slide11.xml" Id="R853c7a729f9046e5"/><Relationship Type="http://schemas.openxmlformats.org/officeDocument/2006/relationships/slide" Target="/ppt/slides/slide12.xml" Id="R33ab35c420c14286"/><Relationship Type="http://schemas.openxmlformats.org/officeDocument/2006/relationships/slide" Target="/ppt/slides/slide13.xml" Id="Re2b64fe008e549f2"/><Relationship Type="http://schemas.openxmlformats.org/officeDocument/2006/relationships/slide" Target="/ppt/slides/slide14.xml" Id="R3c4d5f459a6c4e28"/><Relationship Type="http://schemas.openxmlformats.org/officeDocument/2006/relationships/slide" Target="/ppt/slides/slide15.xml" Id="R1a5f24de1e6049ef"/><Relationship Type="http://schemas.openxmlformats.org/officeDocument/2006/relationships/slide" Target="/ppt/slides/slide16.xml" Id="R83672bba7da3427a"/><Relationship Type="http://schemas.openxmlformats.org/officeDocument/2006/relationships/slide" Target="/ppt/slides/slide17.xml" Id="R80aadb8499344884"/><Relationship Type="http://schemas.openxmlformats.org/officeDocument/2006/relationships/slide" Target="/ppt/slides/slide18.xml" Id="R120a5256b4fa4932"/><Relationship Type="http://schemas.openxmlformats.org/officeDocument/2006/relationships/slide" Target="/ppt/slides/slide19.xml" Id="R916db68a60a9448e"/></Relationship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7aec3f80819f4932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e20fbb30bc4f4301"/><Relationship Type="http://schemas.openxmlformats.org/officeDocument/2006/relationships/slideLayout" Target="/ppt/slideLayouts/slideLayout1.xml" Id="Rfa954cd63d044e00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954cd63d044e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dabf49d493d4f24"/><Relationship Type="http://schemas.openxmlformats.org/officeDocument/2006/relationships/image" Target="/ppt/media/image.png" Id="R1b3363b6b5ee438d"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7a9111e342a444d"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0f13d8b4db147b3"/><Relationship Type="http://schemas.openxmlformats.org/officeDocument/2006/relationships/image" Target="/ppt/media/image2.png" Id="Rd383b8d15d204db9"/><Relationship Type="http://schemas.openxmlformats.org/officeDocument/2006/relationships/image" Target="/ppt/media/image3.png" Id="Reb45c9c614ca406c"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c93899d2e25349e8"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42a413cda0d405a"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74f1def9489c471d"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969e5e64f2346da"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30742256cc34960"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40eb693debd4095"/><Relationship Type="http://schemas.openxmlformats.org/officeDocument/2006/relationships/image" Target="/ppt/media/image4.png" Id="Rd127ba89976c4fab"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c29d47ccd2e46cd"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530c73eb26284025"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725da311ca44f62"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4c8288ddf7294dc1"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553344161b4428d"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782451025a734721"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ee01f0f4aa2647e5"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157f03ca3624099"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c6f7f4c477e40dc"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23aa35449a94464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494C5-12F5-46D4-8B4F-085A908A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JAVA 4 · 08.10.2026 · SFIDA E HAPJES · 0–2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53E60-A67C-4263-B6DF-B52C70E9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01 / 19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363b6b5ee438d"/>
          <a:stretch xmlns:a="http://schemas.openxmlformats.org/drawingml/2006/main"/>
        </p:blipFill>
        <p:spPr>
          <a:xfrm xmlns:a="http://schemas.openxmlformats.org/drawingml/2006/main">
            <a:off x="10287000" y="925435"/>
            <a:ext cx="1238250" cy="24463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5C784-1B51-44A3-9171-E7C8D004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942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Nisja për në AAB ndryshoi. Po aplikacioni?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B07FB-7C08-49DA-993A-71DF6A0B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Udhëtimi Prishtinë–AAB ishte në 08:15. Nisja kalon në 08:25.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Sot bëjmë që lista dhe detajet të tregojnë të njëjtën orë të 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0A692-AE2D-40A3-BC33-C889EAFD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Ku do ta ndryshonit orën që të dy ekranet të pajtohen?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92F9B-870E-40E3-B706-E0BC59F7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5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A · Veçmas në kartë dhe në faqen e detajeve.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B · Në një burim të përbashkët që e lexojnë të dy ekranet.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C · Askund. Ora në aplikacion ndryshon vetvetiu.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E479E-A096-46BD-99EB-12C7E2CF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Votoni, krahasoni arsyetimet dhe hapni përgjigjen në versionin interaktiv.</a:t>
            </a:r>
          </a:p>
        </p:txBody>
      </p:sp>
    </p:spTree>
    <p:extLst>
      <p:ext uri="{BB962C8B-B14F-4D97-AF65-F5344CB8AC3E}">
        <p14:creationId xmlns:p14="http://schemas.microsoft.com/office/powerpoint/2010/main" val="1615965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C2B6C-F74C-46E9-9E31-6C12DC0E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RIKUJTIM NË ÇIFT · 2–4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1D2FA-BAFF-46BE-91E7-87F98F84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02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F9082-F241-4343-A1D4-4082DC36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kemi tashmë nga Java 3?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EBA06-D073-4BBE-B2F6-DA3546A1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KartaUdhetimi shfaq udhëtimin. Lista hap detajet dhe simulimin e kërkesës.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Njëri shpjegon rrugën mes ekraneve, tjetri kujton burimin e të dhënave. Pastaj ndërroni rolet.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3E905-C2C3-4018-B821-80D3A86F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Ku ruheshin udhëtimet në shembullin e Javës 3?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83627-44AE-43A4-BCEC-6AB038DC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5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A · Në një varg të të dhënave brenda kodit.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B · Në databazën Neon.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C · Te GitHub Issues.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1EB9D-1D14-47AD-A5C3-35B0C30A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Votoni, krahasoni arsyetimet dhe hapni përgjigjen në versionin interaktiv.</a:t>
            </a:r>
          </a:p>
        </p:txBody>
      </p:sp>
    </p:spTree>
    <p:extLst>
      <p:ext uri="{BB962C8B-B14F-4D97-AF65-F5344CB8AC3E}">
        <p14:creationId xmlns:p14="http://schemas.microsoft.com/office/powerpoint/2010/main" val="14496316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75887-EEB9-4961-B602-CCAF47B9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SYNIMI I JAVËS 4 · HARTA E APLIKACIONIT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DE64C-D787-49FF-9202-F9BF145D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03 / 19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3b8d15d204db9"/>
          <a:stretch xmlns:a="http://schemas.openxmlformats.org/drawingml/2006/main"/>
        </p:blipFill>
        <p:spPr>
          <a:xfrm xmlns:a="http://schemas.openxmlformats.org/drawingml/2006/main">
            <a:off x="10287000" y="925435"/>
            <a:ext cx="1238250" cy="24463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8086E-DEF6-4C08-8185-4EBA6D44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Sot ekranet lexojnë nga një burim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5c9c614ca406c"/>
          <a:stretch xmlns:a="http://schemas.openxmlformats.org/drawingml/2006/main"/>
        </p:blipFill>
        <p:spPr>
          <a:xfrm xmlns:a="http://schemas.openxmlformats.org/drawingml/2006/main">
            <a:off x="609600" y="1770063"/>
            <a:ext cx="10953750" cy="365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20F84-9940-4B3F-87B8-620EAF94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Neon ruan udhëtimet. Next.js i lexon dhe ndërton listën e detajet.</a:t>
            </a:r>
          </a:p>
          <a:p xmlns:a="http://schemas.openxmlformats.org/drawingml/2006/main">
            <a:pPr>
              <a:defRPr sz="17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Në fund shpjegon ku ndryshon ora, kush e lexon dhe pse duhet rifreskimi.</a:t>
            </a:r>
          </a:p>
        </p:txBody>
      </p:sp>
    </p:spTree>
    <p:extLst>
      <p:ext uri="{BB962C8B-B14F-4D97-AF65-F5344CB8AC3E}">
        <p14:creationId xmlns:p14="http://schemas.microsoft.com/office/powerpoint/2010/main" val="17961333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6A477-1283-4C79-A107-F72408E7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KONCEPTET · 5–15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73886-0BF9-4299-82FD-E3D81DAA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04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62B1B-4D04-459A-9AF0-7B60050A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Databaza dhe shërbimi Neon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1E85F-C161-4B78-BD6D-0785F436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DB (Database – bazë e të dhënave) ruan të dhënat veçmas nga ekranet.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PostgreSQL është sistemi që organizon tabelat dhe ekzekuton pyetjet SQL. Neon ofron PostgreSQL në cloud.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Neon është zgjedhja jonë kryesore përmes Vercel Marketplace. Supabase mbetet alternativë.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AE42E-0F1E-42D7-91E8-887FD670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https://neon.com/docs/guides/vercel-native-integration  |  https://vercel.com/docs/marketplace-storage</a:t>
            </a:r>
          </a:p>
        </p:txBody>
      </p:sp>
    </p:spTree>
    <p:extLst>
      <p:ext uri="{BB962C8B-B14F-4D97-AF65-F5344CB8AC3E}">
        <p14:creationId xmlns:p14="http://schemas.microsoft.com/office/powerpoint/2010/main" val="7421253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99406-F1E4-4393-AFF5-4AA25DE7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MODELI I RIDESHARE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2073C-DC22-49ED-A389-E886A88C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05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8C42D-B397-403A-9687-EFEE37DF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Një tabelë, tri udhëtime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5375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90625"/>
                <a:gridCol w="5000625"/>
                <a:gridCol w="2381250"/>
                <a:gridCol w="2381250"/>
              </a:tblGrid>
              <a:tr h="559594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89DD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89DDFF"/>
                          </a:solidFill>
                          <a:latin typeface="Arial"/>
                          <a:ea typeface="Arial"/>
                          <a:cs typeface="Arial"/>
                        </a:rPr>
                        <a:t>nisja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89DDFF"/>
                          </a:solidFill>
                          <a:latin typeface="Arial"/>
                          <a:ea typeface="Arial"/>
                          <a:cs typeface="Arial"/>
                        </a:rPr>
                        <a:t>ora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89DDFF"/>
                          </a:solidFill>
                          <a:latin typeface="Arial"/>
                          <a:ea typeface="Arial"/>
                          <a:cs typeface="Arial"/>
                        </a:rPr>
                        <a:t>vende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Prishtinë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08:00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Fushë Kosovë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08:15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Lipjan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07:45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EAF1F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52400" marR="152400" marT="95250" marB="95250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05DDD-D4A8-455E-BBF0-084EC78F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Gjeje udhëtimin e Artës: Fushë Kosovë, 08:15. Cili është identifikuesi?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Zgjidh rreshtin për ta zgjedhur. Pastaj ndrysho vetëm orën në mendje: a ndryshon edhe ID?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3C564-0B57-4A97-85CF-63676DB7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Përgjigjja: ID mbetet 2. Identifikuesi tregon cilin udhëtim kemi; ora është një veti që mund të ndryshojë.</a:t>
            </a:r>
          </a:p>
        </p:txBody>
      </p:sp>
    </p:spTree>
    <p:extLst>
      <p:ext uri="{BB962C8B-B14F-4D97-AF65-F5344CB8AC3E}">
        <p14:creationId xmlns:p14="http://schemas.microsoft.com/office/powerpoint/2010/main" val="17983742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3C843-7704-4946-A967-04459E06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INTEGRITETI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0F5E3-9D5A-4247-A0B1-EFA49162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06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4538D-224D-4F91-B434-B655ADE2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Rregullat që ruajnë kuptimin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ABB9E-CBF9-4E22-B8F8-7A9BC6F5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PRIMARY KEY: nuk mund të kemi dy udhëtime me të njëjtin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NOT NULL: nisja nuk mund të mungojë.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CHECK (vende &gt;= 0): databaza refuzon −1 vende.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Zero vende është e vlefshme: udhëtimi ekziston, por është i plotë.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0200C-CBC7-47E4-8788-7458E7A9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id TEXT PRIMARY KEY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nisja TEXT NOT NULL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vende INTEGER CHECK (vende &gt;= 0)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612AE-D0E8-4EFD-89A1-EC49DFFF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Përgjigjja: Provoje në mendje: −1 vende refuzohet nga CHECK. Zero vende pranohet, sepse udhëtimi mund të jetë i plotë.</a:t>
            </a:r>
          </a:p>
        </p:txBody>
      </p:sp>
    </p:spTree>
    <p:extLst>
      <p:ext uri="{BB962C8B-B14F-4D97-AF65-F5344CB8AC3E}">
        <p14:creationId xmlns:p14="http://schemas.microsoft.com/office/powerpoint/2010/main" val="739383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19DED-9C56-4851-9EDE-7A8EB43C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LEXIMI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D5365-932A-4086-BD8C-899B72E3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07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56D23-0A34-4A3B-A85B-F09575E5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është mënyra si pyesim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978BB-7C26-4387-B589-27C27A13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SQL (Structured Query Language – gjuhë e strukturuar për pyetje).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SELECT zgjedh kolonat. FROM tregon tabelën. ORDER BY vendos rendin.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Kjo pyetje sjell të gjitha udhëtimet, jo vetëm ato me vende të lira.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EBD07-616D-475B-9608-CCD99BD3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SELECT id, nisja, ora, vende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FROM udhetimet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ORDER BY id;</a:t>
            </a:r>
          </a:p>
        </p:txBody>
      </p:sp>
    </p:spTree>
    <p:extLst>
      <p:ext uri="{BB962C8B-B14F-4D97-AF65-F5344CB8AC3E}">
        <p14:creationId xmlns:p14="http://schemas.microsoft.com/office/powerpoint/2010/main" val="3684983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20F4D-40AE-4F5C-9E06-4EC59E8B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NDRYSHIMI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B96FE-F32E-43AE-9E20-C5D413C6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08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6F4C8-F087-4FEA-BF1C-88881C88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Ndrysho vetëm udhëtimin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36534-0080-4942-8AD6-1D84AD62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UPDATE ndryshon të dhënat. WHERE tregon cilin rresht.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Sfida 20-sekondëshe: çfarë ndodh nëse fshijmë rreshtin WHERE?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2EC24-981D-48A6-89C8-B2583ED4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UPDATE udhetimet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SET ora = '08:25'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WHERE id = '2';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3CD4F-EEFE-4FEC-8F53-D1571D14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Përgjigjja: Ora 08:25 vendoset te të gjitha udhëtimet. Prandaj, para Run kontrollojmë cilët rreshta do të ndryshojmë.</a:t>
            </a:r>
          </a:p>
        </p:txBody>
      </p:sp>
    </p:spTree>
    <p:extLst>
      <p:ext uri="{BB962C8B-B14F-4D97-AF65-F5344CB8AC3E}">
        <p14:creationId xmlns:p14="http://schemas.microsoft.com/office/powerpoint/2010/main" val="11035934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F2CC6-A333-4475-AB5A-C7430662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HARTA E APLIKACIONIT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05991-0394-4319-9749-131A2FB2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09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63B87-3461-407F-BB13-00B55330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Ku jeton kodi? Ku jetojnë të dhënat?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7ba89976c4fab"/>
          <a:stretch xmlns:a="http://schemas.openxmlformats.org/drawingml/2006/main"/>
        </p:blipFill>
        <p:spPr>
          <a:xfrm xmlns:a="http://schemas.openxmlformats.org/drawingml/2006/main">
            <a:off x="2288024" y="1524000"/>
            <a:ext cx="7615951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9EA02-E24F-414B-B9FE-67DE9307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Nëse ndryshon ora në Neon, a duhet Push në GitHub? Parashiko para përgjigjes.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5AEC7-7265-4AA6-AFD2-ABC66D58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Përgjigjja: Jo. Push nevojitet për ndryshimet e kodit. Ndryshimi i një rreshti në Neon lexohet kur aplikacioni e pyet databazën përsëri.</a:t>
            </a:r>
          </a:p>
        </p:txBody>
      </p:sp>
    </p:spTree>
    <p:extLst>
      <p:ext uri="{BB962C8B-B14F-4D97-AF65-F5344CB8AC3E}">
        <p14:creationId xmlns:p14="http://schemas.microsoft.com/office/powerpoint/2010/main" val="12900659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4B229-D120-4D69-BDF8-03C76873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SERVERI · 15–25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7FE9E-E4A5-43DE-8B37-28B6E007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10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3BBF2-E6C4-4E92-A119-BB1B9F23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Rruga e të dhënave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B179F-849A-4151-9FDF-B5B6A2F9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Ndajeni rrugën në klasë: një student është telefoni, një është serveri, një është databaza.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Telefoni kërkon udhëtimet. Serveri pyet Neon. Databaza kthen rreshtat; serveri ndërton kartat.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Kush e mban kredencialin? Telefoni merr pamjen; sekreti mbetet në server.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E1CE7-B07D-4287-B522-0F9140A3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Telefoni → Next.js në server → Neon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Telefoni ← Kartat e udhëtimeve ← Rreshtat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581BE-4602-42EE-821E-5BADB2DA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https://nextjs.org/docs/app/guides/data-security</a:t>
            </a:r>
          </a:p>
        </p:txBody>
      </p:sp>
    </p:spTree>
    <p:extLst>
      <p:ext uri="{BB962C8B-B14F-4D97-AF65-F5344CB8AC3E}">
        <p14:creationId xmlns:p14="http://schemas.microsoft.com/office/powerpoint/2010/main" val="11269293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D680C-DEBC-46DE-92CF-F926782E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KUFIRI PRIVAT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D31D4-4E0E-4210-BCA3-17E70852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11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33F57-4A11-43D8-9C20-C8C085EA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DATABASE_URL është kredencial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92672-3FBD-417B-BBBD-F5A073EC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Në kompjuter: .env.local pranë package.json. Në Vercel: Environment Variables.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Në GitHub ruajmë kodin dhe schema.sql; .env.local përjashtohet me .gitignore.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server-only mbron kufirin e kodit të serverit. Nuk është sistem hyrjeje ose leje përdoruesish.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66F1A-1EB7-4F85-A256-E79020B1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process.env.DATABASE_URL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// Pa NEXT_PUBLIC_ për këtë sekret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025AB-8524-431B-BD1E-8F696870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https://nextjs.org/docs/app/guides/data-security  |  https://vercel.com/docs/marketplace-storage</a:t>
            </a:r>
          </a:p>
        </p:txBody>
      </p:sp>
    </p:spTree>
    <p:extLst>
      <p:ext uri="{BB962C8B-B14F-4D97-AF65-F5344CB8AC3E}">
        <p14:creationId xmlns:p14="http://schemas.microsoft.com/office/powerpoint/2010/main" val="4083633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545FB-93AC-47D7-8022-70EAF3C9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DETAJET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1250A-3F8F-41B4-AC15-E745F674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12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D7E1C-94F7-41F8-BEB9-7164853D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Pyetja përdor identitetin e zgjedhur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D7E30-20C3-44BD-BE51-C92D3B1A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Adresa /udhetimi/2 jep id = "2".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Driver-i Neon e kalon vlerën si parametër; nuk bashkojmë tekstin e përdoruesit me 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Lista dhe detajet lexojnë të njëjtën tabelë.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AD798-4CAC-4D43-9D74-609BBC17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await sql`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  SELECT * FROM udhetimet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  WHERE id = ${id}</a:t>
            </a:r>
          </a:p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`;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39943-B17F-497B-995D-2D04CDDB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https://neon.com/docs/serverless/serverless-driver</a:t>
            </a:r>
          </a:p>
        </p:txBody>
      </p:sp>
    </p:spTree>
    <p:extLst>
      <p:ext uri="{BB962C8B-B14F-4D97-AF65-F5344CB8AC3E}">
        <p14:creationId xmlns:p14="http://schemas.microsoft.com/office/powerpoint/2010/main" val="19811385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7B2B7-7F05-41AA-971C-646B0214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PRITJA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BC636-00E2-49A5-9262-88EA237E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13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F2DE1-86BF-41D8-90D2-6497E74C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Pse përdorim await?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A89E8-BDA1-4AA2-9667-EAEA75D1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Vargu i Javës 3 ishte menjëherë në kujtesë. Databaza përgjigjet përmes rrjetit.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await pret përgjigjen para se të ndërtojmë kartat.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force-dynamic në faqet e këtij ushtrimi kërkon lexim të ri kur faqja hapet ose rifreskohet. Nuk është përditësim automatik në kohë reale.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3ADD6-B046-400F-BCD3-23C7608C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const udhetimet = await lexoUdhetimet();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910C2-63BF-4129-891E-F2BBEE11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https://nextjs.org/docs/app/api-reference/file-conventions/route-segment-config</a:t>
            </a:r>
          </a:p>
        </p:txBody>
      </p:sp>
    </p:spTree>
    <p:extLst>
      <p:ext uri="{BB962C8B-B14F-4D97-AF65-F5344CB8AC3E}">
        <p14:creationId xmlns:p14="http://schemas.microsoft.com/office/powerpoint/2010/main" val="4808086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6F8F7-2AC2-4005-B70F-7A485070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SJELLJA E APLIKACIONIT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DD8E5-407C-4B5D-BDA7-697B9D35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14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A59C1-946C-43CF-A166-E60A2912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Tri përgjigje të ndryshme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D8B4D-EC69-4BD7-AA97-B36EB982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Ka rreshta → shfaq kartat.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Zero rreshta → “Nuk ka udhëtime për momentin.”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Lidhja dështoi → “Nuk u lidhëm me databazën. Provo përsëri.”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ID 99 mungon → “Udhëtimi nuk u gjet”, me kthim te lista.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6176B-D4B2-4012-9CB8-D4548FE9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Përgjigjja: Lista bosh është përgjigje e suksesshme me zero rreshta. Gabimi do të thotë se nuk arritëm ta lexojmë përgjigjen.</a:t>
            </a:r>
          </a:p>
        </p:txBody>
      </p:sp>
    </p:spTree>
    <p:extLst>
      <p:ext uri="{BB962C8B-B14F-4D97-AF65-F5344CB8AC3E}">
        <p14:creationId xmlns:p14="http://schemas.microsoft.com/office/powerpoint/2010/main" val="15316629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4C656-B81E-471A-98B7-9370758D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DEMONSTRIMI · 25–37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890C6-362C-4F32-BB3A-B8C41C3C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15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A7F88-D37B-493A-9A3B-A44F6E9B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Tani ndryshon baza, jo kodi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3DFAB-949F-4D4B-9A31-BB8C3680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Para klikimit, voto: pas ndryshimit në Neon, a përditësohen kartat pa rifreskim?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Provojmë 08:15 → 08:25 në listë dhe detaje, pastaj listën bosh dhe lidhjen e munguar.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Një student parashikon; një tjetër verifikon rezultatin. Në fund rikthejmë konfigurimin.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12EC7-F012-4308-90C5-5F320A06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Përgjigjja: Në këtë ushtrim duhet hapje ose rifreskim i faqes. force-dynamic nuk është abonim në kohë reale.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E4318-0463-4763-9F0A-D80509B2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9DDFF"/>
                </a:solidFill>
                <a:latin typeface="Arial"/>
                <a:ea typeface="Arial"/>
                <a:cs typeface="Arial"/>
              </a:rPr>
              <a:t>Në faqe: Hap rrjedhën e demonstrimit ↗</a:t>
            </a:r>
          </a:p>
        </p:txBody>
      </p:sp>
    </p:spTree>
    <p:extLst>
      <p:ext uri="{BB962C8B-B14F-4D97-AF65-F5344CB8AC3E}">
        <p14:creationId xmlns:p14="http://schemas.microsoft.com/office/powerpoint/2010/main" val="17315748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130E6-9104-4951-96FD-E0276DC4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SIGURIA DHE KUFIJTË · 37–45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10870-B365-4FBC-A578-FB6F5985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16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7B70F-D606-4865-A72F-78F33DD5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Kush mund ta ndryshojë udhëtimin?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AD625-55C4-411A-986A-1078208F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Sot ndryshon vetëm pronari i databazës nga SQL Editor; aplikacioni ynë ka vetëm lexim.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Mbajtja private e DATABASE_URL nuk vendos leje për shoferët.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Javën tjetër: hyrja dhe kontrolli në server që shoferi ndryshon vetëm udhëtimet e veta.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RLS (Row Level Security – siguri në nivel rreshti) është një mekanizëm shtesë; nuk e kemi aktivizuar në ushtrimin e sotëm.</a:t>
            </a:r>
          </a:p>
        </p:txBody>
      </p:sp>
    </p:spTree>
    <p:extLst>
      <p:ext uri="{BB962C8B-B14F-4D97-AF65-F5344CB8AC3E}">
        <p14:creationId xmlns:p14="http://schemas.microsoft.com/office/powerpoint/2010/main" val="19219411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82B62-8528-45FF-B0EA-5E33ACC3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PROVO KUPTIMIN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A7BC2-89B0-40D2-9135-0F959BC9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17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B0E80-54D6-41A5-892F-A643BACD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Cili rast është lista bosh?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A04FB-A72D-4FE0-8A00-7D861451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Databaza përgjigjet, por kthen zero rreshta. Çfarë duhet të shohë Arta?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Voto individualisht; shpjego përse para se ta kontrollosh.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59D83-7712-44AE-BD03-7A98DC68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Zgjidh përgjigjen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1E2D1-7D58-4F35-B76F-796C9677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5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A · Lista është bosh; shfaq një mesazh të qartë.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B · Shfaq gabim të fjalëkalimit.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C · Shfaq udhëtimin e javës së kaluar.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A4719-7E75-43D6-9439-14D05C27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8EE9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EE9D1"/>
                </a:solidFill>
                <a:latin typeface="Arial"/>
                <a:ea typeface="Arial"/>
                <a:cs typeface="Arial"/>
              </a:rPr>
              <a:t>Përgjigjja: Kemi përgjigje të suksesshme me zero rreshta. Gabimi i lidhjes trajtohet veçmas; nuk shpikim udhëtime.</a:t>
            </a:r>
          </a:p>
        </p:txBody>
      </p:sp>
    </p:spTree>
    <p:extLst>
      <p:ext uri="{BB962C8B-B14F-4D97-AF65-F5344CB8AC3E}">
        <p14:creationId xmlns:p14="http://schemas.microsoft.com/office/powerpoint/2010/main" val="13362042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B457C-6595-4162-B01D-68D7CE3F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USHTRIMET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DCE2F-CE9B-4EF1-B2CC-570FF3A7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18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6D139-5924-447F-9984-EE40EB2F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do të mbyllni në 90 minuta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FFFF9-837D-4914-B5B5-FEB6E4B6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Neon i lidhur + tabela me tri udhëtime fiktive.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Lista dhe detajet lexojnë nga databaza.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Tri prova në java-04.md: ndryshimi, lista bosh, lidhja e munguar.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Dorëzim në minutën 70; 20 minuta për përgjigjen dhe korrigjimet në GitHub.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92799-9667-4D3A-B4E0-1DBC3521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9DDFF"/>
                </a:solidFill>
                <a:latin typeface="Arial"/>
                <a:ea typeface="Arial"/>
                <a:cs typeface="Arial"/>
              </a:rPr>
              <a:t>Në faqe: Hap prezantimin e ushtrimeve →</a:t>
            </a:r>
          </a:p>
        </p:txBody>
      </p:sp>
    </p:spTree>
    <p:extLst>
      <p:ext uri="{BB962C8B-B14F-4D97-AF65-F5344CB8AC3E}">
        <p14:creationId xmlns:p14="http://schemas.microsoft.com/office/powerpoint/2010/main" val="11652774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F7304-5E49-45EA-8597-87DFA6E0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9D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9DDFF"/>
                </a:solidFill>
                <a:latin typeface="Arial"/>
                <a:ea typeface="Arial"/>
                <a:cs typeface="Arial"/>
              </a:rPr>
              <a:t>PËRMBYLLJA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EE152-F971-4BA9-9257-CA6D6FB6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38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5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5DB"/>
                </a:solidFill>
                <a:latin typeface="Arial"/>
                <a:ea typeface="Arial"/>
                <a:cs typeface="Arial"/>
              </a:rPr>
              <a:t>19 /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8BB21-9725-4B7C-91E8-06C285DF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Ekranet ndryshojnë. Burimi mbetet një.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D5CB0-8C38-4CF3-9F6E-ECB765C4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Një orë ndryshoi në Neon. Lista dhe detajet treguan të njëjtin ndryshim.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Kjo është aftësia e re: ta ndash informacionin nga pamja dhe ta lexosh përmes serverit.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Në biznesin tënd, i njëjti parim shërben për orare shërbimesh, termine ose porosi.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EAF1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AF1FF"/>
                </a:solidFill>
                <a:latin typeface="Arial"/>
                <a:ea typeface="Arial"/>
                <a:cs typeface="Arial"/>
              </a:rPr>
              <a:t>Exit ticket: ku ruhet ora, kush e lexon dhe ku qëndron sekreti?</a:t>
            </a:r>
          </a:p>
        </p:txBody>
      </p:sp>
    </p:spTree>
    <p:extLst>
      <p:ext uri="{BB962C8B-B14F-4D97-AF65-F5344CB8AC3E}">
        <p14:creationId xmlns:p14="http://schemas.microsoft.com/office/powerpoint/2010/main" val="1354065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2026-10-07T18:52:30.4400000Z</dcterms:created>
  <dcterms:modified xsi:type="dcterms:W3CDTF">2026-10-07T18:52:30.4400000Z</dcterms:modified>
</coreProperties>
</file>